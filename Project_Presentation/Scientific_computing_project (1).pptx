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0" r:id="rId1"/>
  </p:sldMasterIdLst>
  <p:notesMasterIdLst>
    <p:notesMasterId r:id="rId22"/>
  </p:notesMasterIdLst>
  <p:sldIdLst>
    <p:sldId id="256" r:id="rId2"/>
    <p:sldId id="257" r:id="rId3"/>
    <p:sldId id="259" r:id="rId4"/>
    <p:sldId id="261" r:id="rId5"/>
    <p:sldId id="260" r:id="rId6"/>
    <p:sldId id="263" r:id="rId7"/>
    <p:sldId id="264" r:id="rId8"/>
    <p:sldId id="265" r:id="rId9"/>
    <p:sldId id="266" r:id="rId10"/>
    <p:sldId id="267" r:id="rId11"/>
    <p:sldId id="268" r:id="rId12"/>
    <p:sldId id="269" r:id="rId13"/>
    <p:sldId id="270" r:id="rId14"/>
    <p:sldId id="274" r:id="rId15"/>
    <p:sldId id="273" r:id="rId16"/>
    <p:sldId id="284" r:id="rId17"/>
    <p:sldId id="276" r:id="rId18"/>
    <p:sldId id="277" r:id="rId19"/>
    <p:sldId id="282" r:id="rId20"/>
    <p:sldId id="280" r:id="rId21"/>
  </p:sldIdLst>
  <p:sldSz cx="12192000" cy="6858000"/>
  <p:notesSz cx="7010400" cy="92964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407">
          <p15:clr>
            <a:srgbClr val="A4A3A4"/>
          </p15:clr>
        </p15:guide>
        <p15:guide id="2" pos="3840">
          <p15:clr>
            <a:srgbClr val="A4A3A4"/>
          </p15:clr>
        </p15:guide>
        <p15:guide id="3" orient="horz" pos="686">
          <p15:clr>
            <a:srgbClr val="A4A3A4"/>
          </p15:clr>
        </p15:guide>
        <p15:guide id="4" pos="438">
          <p15:clr>
            <a:srgbClr val="A4A3A4"/>
          </p15:clr>
        </p15:guide>
        <p15:guide id="5" orient="horz" pos="113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ECE53F8-A315-4ED4-B18B-2531D1403790}">
  <a:tblStyle styleId="{1ECE53F8-A315-4ED4-B18B-2531D140379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940" y="52"/>
      </p:cViewPr>
      <p:guideLst>
        <p:guide orient="horz" pos="3407"/>
        <p:guide pos="3840"/>
        <p:guide orient="horz" pos="686"/>
        <p:guide pos="438"/>
        <p:guide orient="horz" pos="1139"/>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037840" cy="466434"/>
          </a:xfrm>
          <a:prstGeom prst="rect">
            <a:avLst/>
          </a:prstGeom>
          <a:noFill/>
          <a:ln>
            <a:noFill/>
          </a:ln>
        </p:spPr>
        <p:txBody>
          <a:bodyPr spcFirstLastPara="1" wrap="square" lIns="93175" tIns="46575" rIns="93175" bIns="46575"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970938" y="0"/>
            <a:ext cx="3037840" cy="466434"/>
          </a:xfrm>
          <a:prstGeom prst="rect">
            <a:avLst/>
          </a:prstGeom>
          <a:noFill/>
          <a:ln>
            <a:noFill/>
          </a:ln>
        </p:spPr>
        <p:txBody>
          <a:bodyPr spcFirstLastPara="1" wrap="square" lIns="93175" tIns="46575" rIns="93175" bIns="46575"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01040" y="4473892"/>
            <a:ext cx="5608320" cy="3660458"/>
          </a:xfrm>
          <a:prstGeom prst="rect">
            <a:avLst/>
          </a:prstGeom>
          <a:noFill/>
          <a:ln>
            <a:noFill/>
          </a:ln>
        </p:spPr>
        <p:txBody>
          <a:bodyPr spcFirstLastPara="1" wrap="square" lIns="93175" tIns="46575" rIns="93175" bIns="46575"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829967"/>
            <a:ext cx="3037840" cy="466433"/>
          </a:xfrm>
          <a:prstGeom prst="rect">
            <a:avLst/>
          </a:prstGeom>
          <a:noFill/>
          <a:ln>
            <a:noFill/>
          </a:ln>
        </p:spPr>
        <p:txBody>
          <a:bodyPr spcFirstLastPara="1" wrap="square" lIns="93175" tIns="46575" rIns="93175" bIns="46575"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970938" y="8829967"/>
            <a:ext cx="3037840" cy="466433"/>
          </a:xfrm>
          <a:prstGeom prst="rect">
            <a:avLst/>
          </a:prstGeom>
          <a:noFill/>
          <a:ln>
            <a:noFill/>
          </a:ln>
        </p:spPr>
        <p:txBody>
          <a:bodyPr spcFirstLastPara="1" wrap="square" lIns="93175" tIns="46575" rIns="93175" bIns="46575"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1: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73" name="Google Shape;73;p1: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p2: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80" name="Google Shape;80;p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3: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106" name="Google Shape;106;p3: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35a782a615b_0_145: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 name="Google Shape;123;g35a782a615b_0_145:notes"/>
          <p:cNvSpPr txBox="1">
            <a:spLocks noGrp="1"/>
          </p:cNvSpPr>
          <p:nvPr>
            <p:ph type="body" idx="1"/>
          </p:nvPr>
        </p:nvSpPr>
        <p:spPr>
          <a:xfrm>
            <a:off x="701040" y="4473892"/>
            <a:ext cx="5608200" cy="3660600"/>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124" name="Google Shape;124;g35a782a615b_0_145:notes"/>
          <p:cNvSpPr txBox="1">
            <a:spLocks noGrp="1"/>
          </p:cNvSpPr>
          <p:nvPr>
            <p:ph type="sldNum" idx="12"/>
          </p:nvPr>
        </p:nvSpPr>
        <p:spPr>
          <a:xfrm>
            <a:off x="3970938" y="8829967"/>
            <a:ext cx="3037800" cy="466500"/>
          </a:xfrm>
          <a:prstGeom prst="rect">
            <a:avLst/>
          </a:prstGeom>
        </p:spPr>
        <p:txBody>
          <a:bodyPr spcFirstLastPara="1" wrap="square" lIns="93175" tIns="46575" rIns="93175" bIns="4657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4: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114" name="Google Shape;114;p4: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5: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138" name="Google Shape;138;p5: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6: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160" name="Google Shape;160;p6: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7: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168" name="Google Shape;168;p7: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8: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177" name="Google Shape;177;p8: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9: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185" name="Google Shape;185;p9: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10: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193" name="Google Shape;193;p10: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11: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203" name="Google Shape;203;p11: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p12: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213" name="Google Shape;213;p1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p13: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249" name="Google Shape;249;p13: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14: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239" name="Google Shape;239;p14: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35a7f345348_0_183: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35a7f345348_0_183:notes"/>
          <p:cNvSpPr txBox="1">
            <a:spLocks noGrp="1"/>
          </p:cNvSpPr>
          <p:nvPr>
            <p:ph type="body" idx="1"/>
          </p:nvPr>
        </p:nvSpPr>
        <p:spPr>
          <a:xfrm>
            <a:off x="701040" y="4473892"/>
            <a:ext cx="5608200" cy="3660600"/>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269" name="Google Shape;269;g35a7f345348_0_183:notes"/>
          <p:cNvSpPr txBox="1">
            <a:spLocks noGrp="1"/>
          </p:cNvSpPr>
          <p:nvPr>
            <p:ph type="sldNum" idx="12"/>
          </p:nvPr>
        </p:nvSpPr>
        <p:spPr>
          <a:xfrm>
            <a:off x="3970938" y="8829967"/>
            <a:ext cx="3037800" cy="466500"/>
          </a:xfrm>
          <a:prstGeom prst="rect">
            <a:avLst/>
          </a:prstGeom>
        </p:spPr>
        <p:txBody>
          <a:bodyPr spcFirstLastPara="1" wrap="square" lIns="93175" tIns="46575" rIns="93175" bIns="4657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g35a7f345348_0_328: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6" name="Google Shape;276;g35a7f345348_0_328:notes"/>
          <p:cNvSpPr txBox="1">
            <a:spLocks noGrp="1"/>
          </p:cNvSpPr>
          <p:nvPr>
            <p:ph type="body" idx="1"/>
          </p:nvPr>
        </p:nvSpPr>
        <p:spPr>
          <a:xfrm>
            <a:off x="701040" y="4473892"/>
            <a:ext cx="5608200" cy="3660600"/>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277" name="Google Shape;277;g35a7f345348_0_328:notes"/>
          <p:cNvSpPr txBox="1">
            <a:spLocks noGrp="1"/>
          </p:cNvSpPr>
          <p:nvPr>
            <p:ph type="sldNum" idx="12"/>
          </p:nvPr>
        </p:nvSpPr>
        <p:spPr>
          <a:xfrm>
            <a:off x="3970938" y="8829967"/>
            <a:ext cx="3037800" cy="466500"/>
          </a:xfrm>
          <a:prstGeom prst="rect">
            <a:avLst/>
          </a:prstGeom>
        </p:spPr>
        <p:txBody>
          <a:bodyPr spcFirstLastPara="1" wrap="square" lIns="93175" tIns="46575" rIns="93175" bIns="4657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g35a7f345348_0_396:notes"/>
          <p:cNvSpPr>
            <a:spLocks noGrp="1" noRot="1" noChangeAspect="1"/>
          </p:cNvSpPr>
          <p:nvPr>
            <p:ph type="sldImg" idx="2"/>
          </p:nvPr>
        </p:nvSpPr>
        <p:spPr>
          <a:xfrm>
            <a:off x="717550" y="1162050"/>
            <a:ext cx="5575200" cy="31368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8" name="Google Shape;298;g35a7f345348_0_396:notes"/>
          <p:cNvSpPr txBox="1">
            <a:spLocks noGrp="1"/>
          </p:cNvSpPr>
          <p:nvPr>
            <p:ph type="body" idx="1"/>
          </p:nvPr>
        </p:nvSpPr>
        <p:spPr>
          <a:xfrm>
            <a:off x="701040" y="4473892"/>
            <a:ext cx="5608200" cy="3660600"/>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299" name="Google Shape;299;g35a7f345348_0_396:notes"/>
          <p:cNvSpPr txBox="1">
            <a:spLocks noGrp="1"/>
          </p:cNvSpPr>
          <p:nvPr>
            <p:ph type="sldNum" idx="12"/>
          </p:nvPr>
        </p:nvSpPr>
        <p:spPr>
          <a:xfrm>
            <a:off x="3970938" y="8829967"/>
            <a:ext cx="3037800" cy="466500"/>
          </a:xfrm>
          <a:prstGeom prst="rect">
            <a:avLst/>
          </a:prstGeom>
        </p:spPr>
        <p:txBody>
          <a:bodyPr spcFirstLastPara="1" wrap="square" lIns="93175" tIns="46575" rIns="93175" bIns="4657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jp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elfolie-1 ohne Bild">
  <p:cSld name="Titelfolie-1 ohne Bild">
    <p:spTree>
      <p:nvGrpSpPr>
        <p:cNvPr id="1" name="Shape 13"/>
        <p:cNvGrpSpPr/>
        <p:nvPr/>
      </p:nvGrpSpPr>
      <p:grpSpPr>
        <a:xfrm>
          <a:off x="0" y="0"/>
          <a:ext cx="0" cy="0"/>
          <a:chOff x="0" y="0"/>
          <a:chExt cx="0" cy="0"/>
        </a:xfrm>
      </p:grpSpPr>
      <p:pic>
        <p:nvPicPr>
          <p:cNvPr id="14" name="Google Shape;14;p2"/>
          <p:cNvPicPr preferRelativeResize="0"/>
          <p:nvPr/>
        </p:nvPicPr>
        <p:blipFill rotWithShape="1">
          <a:blip r:embed="rId2">
            <a:alphaModFix/>
          </a:blip>
          <a:srcRect/>
          <a:stretch/>
        </p:blipFill>
        <p:spPr>
          <a:xfrm>
            <a:off x="0" y="4044462"/>
            <a:ext cx="12192000" cy="2813538"/>
          </a:xfrm>
          <a:prstGeom prst="rect">
            <a:avLst/>
          </a:prstGeom>
          <a:noFill/>
          <a:ln>
            <a:noFill/>
          </a:ln>
        </p:spPr>
      </p:pic>
      <p:sp>
        <p:nvSpPr>
          <p:cNvPr id="15" name="Google Shape;15;p2"/>
          <p:cNvSpPr txBox="1">
            <a:spLocks noGrp="1"/>
          </p:cNvSpPr>
          <p:nvPr>
            <p:ph type="ctrTitle"/>
          </p:nvPr>
        </p:nvSpPr>
        <p:spPr>
          <a:xfrm>
            <a:off x="1333595" y="1979828"/>
            <a:ext cx="10397085" cy="1314518"/>
          </a:xfrm>
          <a:prstGeom prst="rect">
            <a:avLst/>
          </a:prstGeom>
          <a:noFill/>
          <a:ln>
            <a:noFill/>
          </a:ln>
        </p:spPr>
        <p:txBody>
          <a:bodyPr spcFirstLastPara="1" wrap="square" lIns="0" tIns="0" rIns="0" bIns="45700" anchor="t" anchorCtr="0">
            <a:normAutofit/>
          </a:bodyPr>
          <a:lstStyle>
            <a:lvl1pPr marR="0" lvl="0" algn="l" rtl="0">
              <a:lnSpc>
                <a:spcPct val="120000"/>
              </a:lnSpc>
              <a:spcBef>
                <a:spcPts val="0"/>
              </a:spcBef>
              <a:spcAft>
                <a:spcPts val="0"/>
              </a:spcAft>
              <a:buClr>
                <a:srgbClr val="004A7D"/>
              </a:buClr>
              <a:buSzPts val="3600"/>
              <a:buFont typeface="Arial"/>
              <a:buNone/>
              <a:defRPr sz="3600" b="1" i="0" u="none" strike="noStrike" cap="none">
                <a:solidFill>
                  <a:srgbClr val="004A7D"/>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6" name="Google Shape;16;p2"/>
          <p:cNvSpPr txBox="1">
            <a:spLocks noGrp="1"/>
          </p:cNvSpPr>
          <p:nvPr>
            <p:ph type="subTitle" idx="1"/>
          </p:nvPr>
        </p:nvSpPr>
        <p:spPr>
          <a:xfrm>
            <a:off x="1333595" y="3429000"/>
            <a:ext cx="10397084" cy="999932"/>
          </a:xfrm>
          <a:prstGeom prst="rect">
            <a:avLst/>
          </a:prstGeom>
          <a:noFill/>
          <a:ln>
            <a:noFill/>
          </a:ln>
        </p:spPr>
        <p:txBody>
          <a:bodyPr spcFirstLastPara="1" wrap="square" lIns="0" tIns="0" rIns="0" bIns="45700" anchor="t" anchorCtr="0">
            <a:normAutofit/>
          </a:bodyPr>
          <a:lstStyle>
            <a:lvl1pPr marR="0" lvl="0" algn="l" rtl="0">
              <a:lnSpc>
                <a:spcPct val="90000"/>
              </a:lnSpc>
              <a:spcBef>
                <a:spcPts val="1000"/>
              </a:spcBef>
              <a:spcAft>
                <a:spcPts val="0"/>
              </a:spcAft>
              <a:buClr>
                <a:srgbClr val="004A7D"/>
              </a:buClr>
              <a:buSzPts val="2600"/>
              <a:buFont typeface="Noto Sans Symbols"/>
              <a:buNone/>
              <a:defRPr sz="2600" b="0" i="0" u="none" strike="noStrike" cap="none">
                <a:solidFill>
                  <a:srgbClr val="004A7D"/>
                </a:solidFill>
                <a:latin typeface="Arial"/>
                <a:ea typeface="Arial"/>
                <a:cs typeface="Arial"/>
                <a:sym typeface="Arial"/>
              </a:defRPr>
            </a:lvl1pPr>
            <a:lvl2pPr marR="0" lvl="1" algn="ctr" rtl="0">
              <a:lnSpc>
                <a:spcPct val="90000"/>
              </a:lnSpc>
              <a:spcBef>
                <a:spcPts val="500"/>
              </a:spcBef>
              <a:spcAft>
                <a:spcPts val="0"/>
              </a:spcAft>
              <a:buClr>
                <a:srgbClr val="004A7D"/>
              </a:buClr>
              <a:buSzPts val="2000"/>
              <a:buFont typeface="Noto Sans Symbols"/>
              <a:buNone/>
              <a:defRPr sz="2000" b="0" i="0" u="none" strike="noStrike" cap="none">
                <a:solidFill>
                  <a:schemeClr val="dk1"/>
                </a:solidFill>
                <a:latin typeface="Arial"/>
                <a:ea typeface="Arial"/>
                <a:cs typeface="Arial"/>
                <a:sym typeface="Arial"/>
              </a:defRPr>
            </a:lvl2pPr>
            <a:lvl3pPr marR="0" lvl="2" algn="ctr" rtl="0">
              <a:lnSpc>
                <a:spcPct val="90000"/>
              </a:lnSpc>
              <a:spcBef>
                <a:spcPts val="500"/>
              </a:spcBef>
              <a:spcAft>
                <a:spcPts val="0"/>
              </a:spcAft>
              <a:buClr>
                <a:srgbClr val="004A7D"/>
              </a:buClr>
              <a:buSzPts val="1800"/>
              <a:buFont typeface="Noto Sans Symbols"/>
              <a:buNone/>
              <a:defRPr sz="1800" b="0" i="0" u="none" strike="noStrike" cap="none">
                <a:solidFill>
                  <a:schemeClr val="dk1"/>
                </a:solidFill>
                <a:latin typeface="Arial"/>
                <a:ea typeface="Arial"/>
                <a:cs typeface="Arial"/>
                <a:sym typeface="Arial"/>
              </a:defRPr>
            </a:lvl3pPr>
            <a:lvl4pPr marR="0" lvl="3" algn="ctr" rtl="0">
              <a:lnSpc>
                <a:spcPct val="90000"/>
              </a:lnSpc>
              <a:spcBef>
                <a:spcPts val="500"/>
              </a:spcBef>
              <a:spcAft>
                <a:spcPts val="0"/>
              </a:spcAft>
              <a:buClr>
                <a:srgbClr val="004A7D"/>
              </a:buClr>
              <a:buSzPts val="1600"/>
              <a:buFont typeface="Noto Sans Symbols"/>
              <a:buNone/>
              <a:defRPr sz="1600" b="0" i="0" u="none" strike="noStrike" cap="none">
                <a:solidFill>
                  <a:schemeClr val="dk1"/>
                </a:solidFill>
                <a:latin typeface="Arial"/>
                <a:ea typeface="Arial"/>
                <a:cs typeface="Arial"/>
                <a:sym typeface="Arial"/>
              </a:defRPr>
            </a:lvl4pPr>
            <a:lvl5pPr marR="0" lvl="4" algn="ctr" rtl="0">
              <a:lnSpc>
                <a:spcPct val="90000"/>
              </a:lnSpc>
              <a:spcBef>
                <a:spcPts val="500"/>
              </a:spcBef>
              <a:spcAft>
                <a:spcPts val="0"/>
              </a:spcAft>
              <a:buClr>
                <a:srgbClr val="004A7D"/>
              </a:buClr>
              <a:buSzPts val="1600"/>
              <a:buFont typeface="Noto Sans Symbols"/>
              <a:buNone/>
              <a:defRPr sz="1600" b="0" i="0" u="none" strike="noStrike" cap="none">
                <a:solidFill>
                  <a:schemeClr val="dk1"/>
                </a:solidFill>
                <a:latin typeface="Arial"/>
                <a:ea typeface="Arial"/>
                <a:cs typeface="Arial"/>
                <a:sym typeface="Arial"/>
              </a:defRPr>
            </a:lvl5pPr>
            <a:lvl6pPr marR="0" lvl="5"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6pPr>
            <a:lvl7pPr marR="0" lvl="6"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7pPr>
            <a:lvl8pPr marR="0" lvl="7"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8pPr>
            <a:lvl9pPr marR="0" lvl="8"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9pPr>
          </a:lstStyle>
          <a:p>
            <a:endParaRPr/>
          </a:p>
        </p:txBody>
      </p:sp>
      <p:cxnSp>
        <p:nvCxnSpPr>
          <p:cNvPr id="17" name="Google Shape;17;p2"/>
          <p:cNvCxnSpPr/>
          <p:nvPr/>
        </p:nvCxnSpPr>
        <p:spPr>
          <a:xfrm rot="10800000">
            <a:off x="760227" y="5760406"/>
            <a:ext cx="0" cy="1080000"/>
          </a:xfrm>
          <a:prstGeom prst="straightConnector1">
            <a:avLst/>
          </a:prstGeom>
          <a:noFill/>
          <a:ln w="9525" cap="flat" cmpd="sng">
            <a:solidFill>
              <a:schemeClr val="lt1"/>
            </a:solidFill>
            <a:prstDash val="solid"/>
            <a:miter lim="800000"/>
            <a:headEnd type="none" w="sm" len="sm"/>
            <a:tailEnd type="none" w="sm" len="sm"/>
          </a:ln>
        </p:spPr>
      </p:cxnSp>
      <p:sp>
        <p:nvSpPr>
          <p:cNvPr id="18" name="Google Shape;18;p2"/>
          <p:cNvSpPr txBox="1">
            <a:spLocks noGrp="1"/>
          </p:cNvSpPr>
          <p:nvPr>
            <p:ph type="body" idx="2"/>
          </p:nvPr>
        </p:nvSpPr>
        <p:spPr>
          <a:xfrm>
            <a:off x="1049721" y="5768578"/>
            <a:ext cx="10680958" cy="1080000"/>
          </a:xfrm>
          <a:prstGeom prst="rect">
            <a:avLst/>
          </a:prstGeom>
          <a:noFill/>
          <a:ln>
            <a:noFill/>
          </a:ln>
        </p:spPr>
        <p:txBody>
          <a:bodyPr spcFirstLastPara="1" wrap="square" lIns="91425" tIns="45700" rIns="91425" bIns="45700" anchor="t" anchorCtr="0">
            <a:noAutofit/>
          </a:bodyPr>
          <a:lstStyle>
            <a:lvl1pPr marL="457200" marR="0" lvl="0" indent="-342900" algn="l" rtl="0">
              <a:lnSpc>
                <a:spcPct val="90000"/>
              </a:lnSpc>
              <a:spcBef>
                <a:spcPts val="1000"/>
              </a:spcBef>
              <a:spcAft>
                <a:spcPts val="0"/>
              </a:spcAft>
              <a:buClr>
                <a:srgbClr val="004A7D"/>
              </a:buClr>
              <a:buSzPts val="1800"/>
              <a:buFont typeface="Noto Sans Symbols"/>
              <a:buChar char="▪"/>
              <a:defRPr sz="1800" b="0" i="0" u="none" strike="noStrike" cap="none">
                <a:solidFill>
                  <a:schemeClr val="lt1"/>
                </a:solidFill>
                <a:latin typeface="Arial"/>
                <a:ea typeface="Arial"/>
                <a:cs typeface="Arial"/>
                <a:sym typeface="Arial"/>
              </a:defRPr>
            </a:lvl1pPr>
            <a:lvl2pPr marL="914400" marR="0" lvl="1" indent="-330200" algn="l" rtl="0">
              <a:lnSpc>
                <a:spcPct val="90000"/>
              </a:lnSpc>
              <a:spcBef>
                <a:spcPts val="500"/>
              </a:spcBef>
              <a:spcAft>
                <a:spcPts val="0"/>
              </a:spcAft>
              <a:buClr>
                <a:srgbClr val="004A7D"/>
              </a:buClr>
              <a:buSzPts val="1600"/>
              <a:buFont typeface="Noto Sans Symbols"/>
              <a:buChar char="▪"/>
              <a:defRPr sz="1600" b="0" i="0" u="none" strike="noStrike" cap="none">
                <a:solidFill>
                  <a:schemeClr val="dk1"/>
                </a:solidFill>
                <a:latin typeface="Arial"/>
                <a:ea typeface="Arial"/>
                <a:cs typeface="Arial"/>
                <a:sym typeface="Arial"/>
              </a:defRPr>
            </a:lvl2pPr>
            <a:lvl3pPr marL="1371600" marR="0" lvl="2" indent="-317500" algn="l" rtl="0">
              <a:lnSpc>
                <a:spcPct val="90000"/>
              </a:lnSpc>
              <a:spcBef>
                <a:spcPts val="500"/>
              </a:spcBef>
              <a:spcAft>
                <a:spcPts val="0"/>
              </a:spcAft>
              <a:buClr>
                <a:srgbClr val="004A7D"/>
              </a:buClr>
              <a:buSzPts val="1400"/>
              <a:buFont typeface="Noto Sans Symbols"/>
              <a:buChar char="▪"/>
              <a:defRPr sz="1400" b="0" i="0" u="none" strike="noStrike" cap="none">
                <a:solidFill>
                  <a:schemeClr val="lt1"/>
                </a:solidFill>
                <a:latin typeface="Arial"/>
                <a:ea typeface="Arial"/>
                <a:cs typeface="Arial"/>
                <a:sym typeface="Arial"/>
              </a:defRPr>
            </a:lvl3pPr>
            <a:lvl4pPr marL="1828800" marR="0" lvl="3" indent="-311150" algn="l" rtl="0">
              <a:lnSpc>
                <a:spcPct val="90000"/>
              </a:lnSpc>
              <a:spcBef>
                <a:spcPts val="500"/>
              </a:spcBef>
              <a:spcAft>
                <a:spcPts val="0"/>
              </a:spcAft>
              <a:buClr>
                <a:srgbClr val="004A7D"/>
              </a:buClr>
              <a:buSzPts val="1300"/>
              <a:buFont typeface="Noto Sans Symbols"/>
              <a:buChar char="▪"/>
              <a:defRPr sz="1300" b="0" i="0" u="none" strike="noStrike" cap="none">
                <a:solidFill>
                  <a:schemeClr val="dk1"/>
                </a:solidFill>
                <a:latin typeface="Arial"/>
                <a:ea typeface="Arial"/>
                <a:cs typeface="Arial"/>
                <a:sym typeface="Arial"/>
              </a:defRPr>
            </a:lvl4pPr>
            <a:lvl5pPr marL="2286000" marR="0" lvl="4" indent="-311150" algn="l" rtl="0">
              <a:lnSpc>
                <a:spcPct val="90000"/>
              </a:lnSpc>
              <a:spcBef>
                <a:spcPts val="500"/>
              </a:spcBef>
              <a:spcAft>
                <a:spcPts val="0"/>
              </a:spcAft>
              <a:buClr>
                <a:srgbClr val="004A7D"/>
              </a:buClr>
              <a:buSzPts val="1300"/>
              <a:buFont typeface="Noto Sans Symbols"/>
              <a:buChar char="▪"/>
              <a:defRPr sz="13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pic>
        <p:nvPicPr>
          <p:cNvPr id="19" name="Google Shape;19;p2"/>
          <p:cNvPicPr preferRelativeResize="0"/>
          <p:nvPr/>
        </p:nvPicPr>
        <p:blipFill rotWithShape="1">
          <a:blip r:embed="rId3">
            <a:alphaModFix/>
          </a:blip>
          <a:srcRect/>
          <a:stretch/>
        </p:blipFill>
        <p:spPr>
          <a:xfrm>
            <a:off x="341086" y="520473"/>
            <a:ext cx="2553188" cy="900000"/>
          </a:xfrm>
          <a:prstGeom prst="rect">
            <a:avLst/>
          </a:prstGeom>
          <a:noFill/>
          <a:ln>
            <a:noFill/>
          </a:ln>
        </p:spPr>
      </p:pic>
    </p:spTree>
  </p:cSld>
  <p:clrMapOvr>
    <a:masterClrMapping/>
  </p:clrMapOvr>
  <p:extLst>
    <p:ext uri="{DCECCB84-F9BA-43D5-87BE-67443E8EF086}">
      <p15:sldGuideLst xmlns:p15="http://schemas.microsoft.com/office/powerpoint/2012/main">
        <p15:guide id="1" orient="horz" pos="2160">
          <p15:clr>
            <a:srgbClr val="FBAE40"/>
          </p15:clr>
        </p15:guide>
        <p15:guide id="2" pos="483">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Inhalt + Titel">
  <p:cSld name="Inhalt + Titel">
    <p:spTree>
      <p:nvGrpSpPr>
        <p:cNvPr id="1" name="Shape 20"/>
        <p:cNvGrpSpPr/>
        <p:nvPr/>
      </p:nvGrpSpPr>
      <p:grpSpPr>
        <a:xfrm>
          <a:off x="0" y="0"/>
          <a:ext cx="0" cy="0"/>
          <a:chOff x="0" y="0"/>
          <a:chExt cx="0" cy="0"/>
        </a:xfrm>
      </p:grpSpPr>
      <p:sp>
        <p:nvSpPr>
          <p:cNvPr id="21" name="Google Shape;21;p3"/>
          <p:cNvSpPr txBox="1">
            <a:spLocks noGrp="1"/>
          </p:cNvSpPr>
          <p:nvPr>
            <p:ph type="body" idx="1"/>
          </p:nvPr>
        </p:nvSpPr>
        <p:spPr>
          <a:xfrm>
            <a:off x="748145" y="1721708"/>
            <a:ext cx="10982536" cy="4213234"/>
          </a:xfrm>
          <a:prstGeom prst="rect">
            <a:avLst/>
          </a:prstGeom>
          <a:noFill/>
          <a:ln>
            <a:noFill/>
          </a:ln>
        </p:spPr>
        <p:txBody>
          <a:bodyPr spcFirstLastPara="1" wrap="square" lIns="0" tIns="45700" rIns="0" bIns="45700" anchor="t" anchorCtr="0">
            <a:noAutofit/>
          </a:bodyPr>
          <a:lstStyle>
            <a:lvl1pPr marL="457200" marR="0" lvl="0" indent="-228600" algn="l" rtl="0">
              <a:lnSpc>
                <a:spcPct val="90000"/>
              </a:lnSpc>
              <a:spcBef>
                <a:spcPts val="1000"/>
              </a:spcBef>
              <a:spcAft>
                <a:spcPts val="0"/>
              </a:spcAft>
              <a:buClr>
                <a:srgbClr val="004A7D"/>
              </a:buClr>
              <a:buSzPts val="1980"/>
              <a:buFont typeface="Noto Sans Symbols"/>
              <a:buNone/>
              <a:defRPr sz="1800" b="0" i="0" u="none" strike="noStrike" cap="none">
                <a:solidFill>
                  <a:schemeClr val="dk1"/>
                </a:solidFill>
                <a:latin typeface="Arial"/>
                <a:ea typeface="Arial"/>
                <a:cs typeface="Arial"/>
                <a:sym typeface="Arial"/>
              </a:defRPr>
            </a:lvl1pPr>
            <a:lvl2pPr marL="914400" marR="0" lvl="1" indent="-340360" algn="l" rtl="0">
              <a:lnSpc>
                <a:spcPct val="90000"/>
              </a:lnSpc>
              <a:spcBef>
                <a:spcPts val="500"/>
              </a:spcBef>
              <a:spcAft>
                <a:spcPts val="0"/>
              </a:spcAft>
              <a:buClr>
                <a:srgbClr val="004A7D"/>
              </a:buClr>
              <a:buSzPts val="1760"/>
              <a:buFont typeface="Arial"/>
              <a:buChar char="•"/>
              <a:defRPr sz="1600" b="0" i="0" u="none" strike="noStrike" cap="none">
                <a:solidFill>
                  <a:schemeClr val="dk1"/>
                </a:solidFill>
                <a:latin typeface="Arial"/>
                <a:ea typeface="Arial"/>
                <a:cs typeface="Arial"/>
                <a:sym typeface="Arial"/>
              </a:defRPr>
            </a:lvl2pPr>
            <a:lvl3pPr marL="1371600" marR="0" lvl="2" indent="-326389" algn="l" rtl="0">
              <a:lnSpc>
                <a:spcPct val="90000"/>
              </a:lnSpc>
              <a:spcBef>
                <a:spcPts val="500"/>
              </a:spcBef>
              <a:spcAft>
                <a:spcPts val="0"/>
              </a:spcAft>
              <a:buClr>
                <a:srgbClr val="004A7D"/>
              </a:buClr>
              <a:buSzPts val="1540"/>
              <a:buFont typeface="Arial"/>
              <a:buChar char="•"/>
              <a:defRPr sz="1400" b="0" i="0" u="none" strike="noStrike" cap="none">
                <a:solidFill>
                  <a:schemeClr val="dk1"/>
                </a:solidFill>
                <a:latin typeface="Arial"/>
                <a:ea typeface="Arial"/>
                <a:cs typeface="Arial"/>
                <a:sym typeface="Arial"/>
              </a:defRPr>
            </a:lvl3pPr>
            <a:lvl4pPr marL="1828800" marR="0" lvl="3" indent="-326389" algn="l" rtl="0">
              <a:lnSpc>
                <a:spcPct val="90000"/>
              </a:lnSpc>
              <a:spcBef>
                <a:spcPts val="500"/>
              </a:spcBef>
              <a:spcAft>
                <a:spcPts val="0"/>
              </a:spcAft>
              <a:buClr>
                <a:srgbClr val="004A7D"/>
              </a:buClr>
              <a:buSzPts val="1540"/>
              <a:buFont typeface="Arial"/>
              <a:buChar char="•"/>
              <a:defRPr sz="1400" b="0" i="0" u="none" strike="noStrike" cap="none">
                <a:solidFill>
                  <a:schemeClr val="dk1"/>
                </a:solidFill>
                <a:latin typeface="Arial"/>
                <a:ea typeface="Arial"/>
                <a:cs typeface="Arial"/>
                <a:sym typeface="Arial"/>
              </a:defRPr>
            </a:lvl4pPr>
            <a:lvl5pPr marL="2286000" marR="0" lvl="4" indent="-312420" algn="l" rtl="0">
              <a:lnSpc>
                <a:spcPct val="90000"/>
              </a:lnSpc>
              <a:spcBef>
                <a:spcPts val="500"/>
              </a:spcBef>
              <a:spcAft>
                <a:spcPts val="0"/>
              </a:spcAft>
              <a:buClr>
                <a:srgbClr val="004A7D"/>
              </a:buClr>
              <a:buSzPts val="1320"/>
              <a:buFont typeface="Arial"/>
              <a:buChar char="•"/>
              <a:defRPr sz="12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22" name="Google Shape;22;p3"/>
          <p:cNvSpPr txBox="1">
            <a:spLocks noGrp="1"/>
          </p:cNvSpPr>
          <p:nvPr>
            <p:ph type="title"/>
          </p:nvPr>
        </p:nvSpPr>
        <p:spPr>
          <a:xfrm>
            <a:off x="748145" y="923058"/>
            <a:ext cx="10982536" cy="781764"/>
          </a:xfrm>
          <a:prstGeom prst="rect">
            <a:avLst/>
          </a:prstGeom>
          <a:noFill/>
          <a:ln>
            <a:noFill/>
          </a:ln>
        </p:spPr>
        <p:txBody>
          <a:bodyPr spcFirstLastPara="1" wrap="square" lIns="0" tIns="0" rIns="91425" bIns="45700" anchor="t" anchorCtr="0">
            <a:noAutofit/>
          </a:bodyPr>
          <a:lstStyle>
            <a:lvl1pPr marR="0" lvl="0" algn="l" rtl="0">
              <a:lnSpc>
                <a:spcPct val="90000"/>
              </a:lnSpc>
              <a:spcBef>
                <a:spcPts val="0"/>
              </a:spcBef>
              <a:spcAft>
                <a:spcPts val="0"/>
              </a:spcAft>
              <a:buClr>
                <a:srgbClr val="004A7D"/>
              </a:buClr>
              <a:buSzPts val="2000"/>
              <a:buFont typeface="Arial"/>
              <a:buNone/>
              <a:defRPr sz="2000" b="1" i="0" u="none" strike="noStrike" cap="none">
                <a:solidFill>
                  <a:srgbClr val="004A7D"/>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pic>
        <p:nvPicPr>
          <p:cNvPr id="23" name="Google Shape;23;p3"/>
          <p:cNvPicPr preferRelativeResize="0"/>
          <p:nvPr/>
        </p:nvPicPr>
        <p:blipFill rotWithShape="1">
          <a:blip r:embed="rId2">
            <a:alphaModFix/>
          </a:blip>
          <a:srcRect/>
          <a:stretch/>
        </p:blipFill>
        <p:spPr>
          <a:xfrm>
            <a:off x="10550598" y="5769631"/>
            <a:ext cx="893257" cy="895937"/>
          </a:xfrm>
          <a:prstGeom prst="rect">
            <a:avLst/>
          </a:prstGeom>
          <a:noFill/>
          <a:ln>
            <a:noFill/>
          </a:ln>
        </p:spPr>
      </p:pic>
    </p:spTree>
  </p:cSld>
  <p:clrMapOvr>
    <a:masterClrMapping/>
  </p:clrMapOvr>
  <p:extLst>
    <p:ext uri="{DCECCB84-F9BA-43D5-87BE-67443E8EF086}">
      <p15:sldGuideLst xmlns:p15="http://schemas.microsoft.com/office/powerpoint/2012/main">
        <p15:guide id="1" orient="horz" pos="2160">
          <p15:clr>
            <a:srgbClr val="FBAE40"/>
          </p15:clr>
        </p15:guide>
        <p15:guide id="2" pos="46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Inhalt 2-spaltig + Titel">
  <p:cSld name="Inhalt 2-spaltig + Titel">
    <p:spTree>
      <p:nvGrpSpPr>
        <p:cNvPr id="1" name="Shape 24"/>
        <p:cNvGrpSpPr/>
        <p:nvPr/>
      </p:nvGrpSpPr>
      <p:grpSpPr>
        <a:xfrm>
          <a:off x="0" y="0"/>
          <a:ext cx="0" cy="0"/>
          <a:chOff x="0" y="0"/>
          <a:chExt cx="0" cy="0"/>
        </a:xfrm>
      </p:grpSpPr>
      <p:sp>
        <p:nvSpPr>
          <p:cNvPr id="25" name="Google Shape;25;p4"/>
          <p:cNvSpPr txBox="1">
            <a:spLocks noGrp="1"/>
          </p:cNvSpPr>
          <p:nvPr>
            <p:ph type="body" idx="1"/>
          </p:nvPr>
        </p:nvSpPr>
        <p:spPr>
          <a:xfrm>
            <a:off x="748145" y="1721708"/>
            <a:ext cx="5259227" cy="4213234"/>
          </a:xfrm>
          <a:prstGeom prst="rect">
            <a:avLst/>
          </a:prstGeom>
          <a:noFill/>
          <a:ln>
            <a:noFill/>
          </a:ln>
        </p:spPr>
        <p:txBody>
          <a:bodyPr spcFirstLastPara="1" wrap="square" lIns="0" tIns="45700" rIns="0" bIns="45700" anchor="t" anchorCtr="0">
            <a:noAutofit/>
          </a:bodyPr>
          <a:lstStyle>
            <a:lvl1pPr marL="457200" marR="0" lvl="0" indent="-228600" algn="l" rtl="0">
              <a:lnSpc>
                <a:spcPct val="90000"/>
              </a:lnSpc>
              <a:spcBef>
                <a:spcPts val="1000"/>
              </a:spcBef>
              <a:spcAft>
                <a:spcPts val="0"/>
              </a:spcAft>
              <a:buClr>
                <a:srgbClr val="004A7D"/>
              </a:buClr>
              <a:buSzPts val="1980"/>
              <a:buFont typeface="Noto Sans Symbols"/>
              <a:buNone/>
              <a:defRPr sz="1800" b="0" i="0" u="none" strike="noStrike" cap="none">
                <a:solidFill>
                  <a:schemeClr val="dk1"/>
                </a:solidFill>
                <a:latin typeface="Arial"/>
                <a:ea typeface="Arial"/>
                <a:cs typeface="Arial"/>
                <a:sym typeface="Arial"/>
              </a:defRPr>
            </a:lvl1pPr>
            <a:lvl2pPr marL="914400" marR="0" lvl="1" indent="-340360" algn="l" rtl="0">
              <a:lnSpc>
                <a:spcPct val="90000"/>
              </a:lnSpc>
              <a:spcBef>
                <a:spcPts val="500"/>
              </a:spcBef>
              <a:spcAft>
                <a:spcPts val="0"/>
              </a:spcAft>
              <a:buClr>
                <a:srgbClr val="004A7D"/>
              </a:buClr>
              <a:buSzPts val="1760"/>
              <a:buFont typeface="Arial"/>
              <a:buChar char="•"/>
              <a:defRPr sz="1600" b="0" i="0" u="none" strike="noStrike" cap="none">
                <a:solidFill>
                  <a:schemeClr val="dk1"/>
                </a:solidFill>
                <a:latin typeface="Arial"/>
                <a:ea typeface="Arial"/>
                <a:cs typeface="Arial"/>
                <a:sym typeface="Arial"/>
              </a:defRPr>
            </a:lvl2pPr>
            <a:lvl3pPr marL="1371600" marR="0" lvl="2" indent="-326389" algn="l" rtl="0">
              <a:lnSpc>
                <a:spcPct val="90000"/>
              </a:lnSpc>
              <a:spcBef>
                <a:spcPts val="500"/>
              </a:spcBef>
              <a:spcAft>
                <a:spcPts val="0"/>
              </a:spcAft>
              <a:buClr>
                <a:srgbClr val="004A7D"/>
              </a:buClr>
              <a:buSzPts val="1540"/>
              <a:buFont typeface="Arial"/>
              <a:buChar char="•"/>
              <a:defRPr sz="1400" b="0" i="0" u="none" strike="noStrike" cap="none">
                <a:solidFill>
                  <a:schemeClr val="dk1"/>
                </a:solidFill>
                <a:latin typeface="Arial"/>
                <a:ea typeface="Arial"/>
                <a:cs typeface="Arial"/>
                <a:sym typeface="Arial"/>
              </a:defRPr>
            </a:lvl3pPr>
            <a:lvl4pPr marL="1828800" marR="0" lvl="3" indent="-326389" algn="l" rtl="0">
              <a:lnSpc>
                <a:spcPct val="90000"/>
              </a:lnSpc>
              <a:spcBef>
                <a:spcPts val="500"/>
              </a:spcBef>
              <a:spcAft>
                <a:spcPts val="0"/>
              </a:spcAft>
              <a:buClr>
                <a:srgbClr val="004A7D"/>
              </a:buClr>
              <a:buSzPts val="1540"/>
              <a:buFont typeface="Arial"/>
              <a:buChar char="•"/>
              <a:defRPr sz="1400" b="0" i="0" u="none" strike="noStrike" cap="none">
                <a:solidFill>
                  <a:schemeClr val="dk1"/>
                </a:solidFill>
                <a:latin typeface="Arial"/>
                <a:ea typeface="Arial"/>
                <a:cs typeface="Arial"/>
                <a:sym typeface="Arial"/>
              </a:defRPr>
            </a:lvl4pPr>
            <a:lvl5pPr marL="2286000" marR="0" lvl="4" indent="-312420" algn="l" rtl="0">
              <a:lnSpc>
                <a:spcPct val="90000"/>
              </a:lnSpc>
              <a:spcBef>
                <a:spcPts val="500"/>
              </a:spcBef>
              <a:spcAft>
                <a:spcPts val="0"/>
              </a:spcAft>
              <a:buClr>
                <a:srgbClr val="004A7D"/>
              </a:buClr>
              <a:buSzPts val="1320"/>
              <a:buFont typeface="Arial"/>
              <a:buChar char="•"/>
              <a:defRPr sz="12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26" name="Google Shape;26;p4"/>
          <p:cNvSpPr txBox="1">
            <a:spLocks noGrp="1"/>
          </p:cNvSpPr>
          <p:nvPr>
            <p:ph type="body" idx="2"/>
          </p:nvPr>
        </p:nvSpPr>
        <p:spPr>
          <a:xfrm>
            <a:off x="6471454" y="1721708"/>
            <a:ext cx="5259227" cy="4213234"/>
          </a:xfrm>
          <a:prstGeom prst="rect">
            <a:avLst/>
          </a:prstGeom>
          <a:noFill/>
          <a:ln>
            <a:noFill/>
          </a:ln>
        </p:spPr>
        <p:txBody>
          <a:bodyPr spcFirstLastPara="1" wrap="square" lIns="0" tIns="45700" rIns="0" bIns="45700" anchor="t" anchorCtr="0">
            <a:noAutofit/>
          </a:bodyPr>
          <a:lstStyle>
            <a:lvl1pPr marL="457200" marR="0" lvl="0" indent="-228600" algn="l" rtl="0">
              <a:lnSpc>
                <a:spcPct val="90000"/>
              </a:lnSpc>
              <a:spcBef>
                <a:spcPts val="1000"/>
              </a:spcBef>
              <a:spcAft>
                <a:spcPts val="0"/>
              </a:spcAft>
              <a:buClr>
                <a:srgbClr val="004A7D"/>
              </a:buClr>
              <a:buSzPts val="1980"/>
              <a:buFont typeface="Noto Sans Symbols"/>
              <a:buNone/>
              <a:defRPr sz="1800" b="0" i="0" u="none" strike="noStrike" cap="none">
                <a:solidFill>
                  <a:schemeClr val="dk1"/>
                </a:solidFill>
                <a:latin typeface="Arial"/>
                <a:ea typeface="Arial"/>
                <a:cs typeface="Arial"/>
                <a:sym typeface="Arial"/>
              </a:defRPr>
            </a:lvl1pPr>
            <a:lvl2pPr marL="914400" marR="0" lvl="1" indent="-340360" algn="l" rtl="0">
              <a:lnSpc>
                <a:spcPct val="90000"/>
              </a:lnSpc>
              <a:spcBef>
                <a:spcPts val="500"/>
              </a:spcBef>
              <a:spcAft>
                <a:spcPts val="0"/>
              </a:spcAft>
              <a:buClr>
                <a:srgbClr val="004A7D"/>
              </a:buClr>
              <a:buSzPts val="1760"/>
              <a:buFont typeface="Arial"/>
              <a:buChar char="•"/>
              <a:defRPr sz="1600" b="0" i="0" u="none" strike="noStrike" cap="none">
                <a:solidFill>
                  <a:schemeClr val="dk1"/>
                </a:solidFill>
                <a:latin typeface="Arial"/>
                <a:ea typeface="Arial"/>
                <a:cs typeface="Arial"/>
                <a:sym typeface="Arial"/>
              </a:defRPr>
            </a:lvl2pPr>
            <a:lvl3pPr marL="1371600" marR="0" lvl="2" indent="-326389" algn="l" rtl="0">
              <a:lnSpc>
                <a:spcPct val="90000"/>
              </a:lnSpc>
              <a:spcBef>
                <a:spcPts val="500"/>
              </a:spcBef>
              <a:spcAft>
                <a:spcPts val="0"/>
              </a:spcAft>
              <a:buClr>
                <a:srgbClr val="004A7D"/>
              </a:buClr>
              <a:buSzPts val="1540"/>
              <a:buFont typeface="Arial"/>
              <a:buChar char="•"/>
              <a:defRPr sz="1400" b="0" i="0" u="none" strike="noStrike" cap="none">
                <a:solidFill>
                  <a:schemeClr val="dk1"/>
                </a:solidFill>
                <a:latin typeface="Arial"/>
                <a:ea typeface="Arial"/>
                <a:cs typeface="Arial"/>
                <a:sym typeface="Arial"/>
              </a:defRPr>
            </a:lvl3pPr>
            <a:lvl4pPr marL="1828800" marR="0" lvl="3" indent="-326389" algn="l" rtl="0">
              <a:lnSpc>
                <a:spcPct val="90000"/>
              </a:lnSpc>
              <a:spcBef>
                <a:spcPts val="500"/>
              </a:spcBef>
              <a:spcAft>
                <a:spcPts val="0"/>
              </a:spcAft>
              <a:buClr>
                <a:srgbClr val="004A7D"/>
              </a:buClr>
              <a:buSzPts val="1540"/>
              <a:buFont typeface="Arial"/>
              <a:buChar char="•"/>
              <a:defRPr sz="1400" b="0" i="0" u="none" strike="noStrike" cap="none">
                <a:solidFill>
                  <a:schemeClr val="dk1"/>
                </a:solidFill>
                <a:latin typeface="Arial"/>
                <a:ea typeface="Arial"/>
                <a:cs typeface="Arial"/>
                <a:sym typeface="Arial"/>
              </a:defRPr>
            </a:lvl4pPr>
            <a:lvl5pPr marL="2286000" marR="0" lvl="4" indent="-312420" algn="l" rtl="0">
              <a:lnSpc>
                <a:spcPct val="90000"/>
              </a:lnSpc>
              <a:spcBef>
                <a:spcPts val="500"/>
              </a:spcBef>
              <a:spcAft>
                <a:spcPts val="0"/>
              </a:spcAft>
              <a:buClr>
                <a:srgbClr val="004A7D"/>
              </a:buClr>
              <a:buSzPts val="1320"/>
              <a:buFont typeface="Arial"/>
              <a:buChar char="•"/>
              <a:defRPr sz="12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27" name="Google Shape;27;p4"/>
          <p:cNvSpPr txBox="1">
            <a:spLocks noGrp="1"/>
          </p:cNvSpPr>
          <p:nvPr>
            <p:ph type="title"/>
          </p:nvPr>
        </p:nvSpPr>
        <p:spPr>
          <a:xfrm>
            <a:off x="748145" y="923058"/>
            <a:ext cx="10982536" cy="781764"/>
          </a:xfrm>
          <a:prstGeom prst="rect">
            <a:avLst/>
          </a:prstGeom>
          <a:noFill/>
          <a:ln>
            <a:noFill/>
          </a:ln>
        </p:spPr>
        <p:txBody>
          <a:bodyPr spcFirstLastPara="1" wrap="square" lIns="0" tIns="0" rIns="91425" bIns="45700" anchor="t" anchorCtr="0">
            <a:noAutofit/>
          </a:bodyPr>
          <a:lstStyle>
            <a:lvl1pPr marR="0" lvl="0" algn="l" rtl="0">
              <a:lnSpc>
                <a:spcPct val="90000"/>
              </a:lnSpc>
              <a:spcBef>
                <a:spcPts val="0"/>
              </a:spcBef>
              <a:spcAft>
                <a:spcPts val="0"/>
              </a:spcAft>
              <a:buClr>
                <a:srgbClr val="004A7D"/>
              </a:buClr>
              <a:buSzPts val="2000"/>
              <a:buFont typeface="Arial"/>
              <a:buNone/>
              <a:defRPr sz="2000" b="1" i="0" u="none" strike="noStrike" cap="none">
                <a:solidFill>
                  <a:srgbClr val="004A7D"/>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pic>
        <p:nvPicPr>
          <p:cNvPr id="28" name="Google Shape;28;p4"/>
          <p:cNvPicPr preferRelativeResize="0"/>
          <p:nvPr/>
        </p:nvPicPr>
        <p:blipFill rotWithShape="1">
          <a:blip r:embed="rId2">
            <a:alphaModFix/>
          </a:blip>
          <a:srcRect/>
          <a:stretch/>
        </p:blipFill>
        <p:spPr>
          <a:xfrm>
            <a:off x="10550598" y="5769631"/>
            <a:ext cx="893257" cy="895937"/>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Inhalt 2-spaltig">
  <p:cSld name="Inhalt 2-spaltig">
    <p:spTree>
      <p:nvGrpSpPr>
        <p:cNvPr id="1" name="Shape 29"/>
        <p:cNvGrpSpPr/>
        <p:nvPr/>
      </p:nvGrpSpPr>
      <p:grpSpPr>
        <a:xfrm>
          <a:off x="0" y="0"/>
          <a:ext cx="0" cy="0"/>
          <a:chOff x="0" y="0"/>
          <a:chExt cx="0" cy="0"/>
        </a:xfrm>
      </p:grpSpPr>
      <p:sp>
        <p:nvSpPr>
          <p:cNvPr id="30" name="Google Shape;30;p5"/>
          <p:cNvSpPr txBox="1">
            <a:spLocks noGrp="1"/>
          </p:cNvSpPr>
          <p:nvPr>
            <p:ph type="body" idx="1"/>
          </p:nvPr>
        </p:nvSpPr>
        <p:spPr>
          <a:xfrm>
            <a:off x="6471453" y="864231"/>
            <a:ext cx="5259227" cy="5070711"/>
          </a:xfrm>
          <a:prstGeom prst="rect">
            <a:avLst/>
          </a:prstGeom>
          <a:noFill/>
          <a:ln>
            <a:noFill/>
          </a:ln>
        </p:spPr>
        <p:txBody>
          <a:bodyPr spcFirstLastPara="1" wrap="square" lIns="0" tIns="45700" rIns="0" bIns="45700" anchor="t" anchorCtr="0">
            <a:noAutofit/>
          </a:bodyPr>
          <a:lstStyle>
            <a:lvl1pPr marL="457200" marR="0" lvl="0" indent="-228600" algn="l" rtl="0">
              <a:lnSpc>
                <a:spcPct val="90000"/>
              </a:lnSpc>
              <a:spcBef>
                <a:spcPts val="1000"/>
              </a:spcBef>
              <a:spcAft>
                <a:spcPts val="0"/>
              </a:spcAft>
              <a:buClr>
                <a:srgbClr val="004A7D"/>
              </a:buClr>
              <a:buSzPts val="1980"/>
              <a:buFont typeface="Noto Sans Symbols"/>
              <a:buNone/>
              <a:defRPr sz="1800" b="0" i="0" u="none" strike="noStrike" cap="none">
                <a:solidFill>
                  <a:schemeClr val="dk1"/>
                </a:solidFill>
                <a:latin typeface="Arial"/>
                <a:ea typeface="Arial"/>
                <a:cs typeface="Arial"/>
                <a:sym typeface="Arial"/>
              </a:defRPr>
            </a:lvl1pPr>
            <a:lvl2pPr marL="914400" marR="0" lvl="1" indent="-340360" algn="l" rtl="0">
              <a:lnSpc>
                <a:spcPct val="90000"/>
              </a:lnSpc>
              <a:spcBef>
                <a:spcPts val="500"/>
              </a:spcBef>
              <a:spcAft>
                <a:spcPts val="0"/>
              </a:spcAft>
              <a:buClr>
                <a:srgbClr val="004A7D"/>
              </a:buClr>
              <a:buSzPts val="1760"/>
              <a:buFont typeface="Arial"/>
              <a:buChar char="•"/>
              <a:defRPr sz="1600" b="0" i="0" u="none" strike="noStrike" cap="none">
                <a:solidFill>
                  <a:schemeClr val="dk1"/>
                </a:solidFill>
                <a:latin typeface="Arial"/>
                <a:ea typeface="Arial"/>
                <a:cs typeface="Arial"/>
                <a:sym typeface="Arial"/>
              </a:defRPr>
            </a:lvl2pPr>
            <a:lvl3pPr marL="1371600" marR="0" lvl="2" indent="-326389" algn="l" rtl="0">
              <a:lnSpc>
                <a:spcPct val="90000"/>
              </a:lnSpc>
              <a:spcBef>
                <a:spcPts val="500"/>
              </a:spcBef>
              <a:spcAft>
                <a:spcPts val="0"/>
              </a:spcAft>
              <a:buClr>
                <a:srgbClr val="004A7D"/>
              </a:buClr>
              <a:buSzPts val="1540"/>
              <a:buFont typeface="Arial"/>
              <a:buChar char="•"/>
              <a:defRPr sz="1400" b="0" i="0" u="none" strike="noStrike" cap="none">
                <a:solidFill>
                  <a:schemeClr val="dk1"/>
                </a:solidFill>
                <a:latin typeface="Arial"/>
                <a:ea typeface="Arial"/>
                <a:cs typeface="Arial"/>
                <a:sym typeface="Arial"/>
              </a:defRPr>
            </a:lvl3pPr>
            <a:lvl4pPr marL="1828800" marR="0" lvl="3" indent="-326389" algn="l" rtl="0">
              <a:lnSpc>
                <a:spcPct val="90000"/>
              </a:lnSpc>
              <a:spcBef>
                <a:spcPts val="500"/>
              </a:spcBef>
              <a:spcAft>
                <a:spcPts val="0"/>
              </a:spcAft>
              <a:buClr>
                <a:srgbClr val="004A7D"/>
              </a:buClr>
              <a:buSzPts val="1540"/>
              <a:buFont typeface="Arial"/>
              <a:buChar char="•"/>
              <a:defRPr sz="1400" b="0" i="0" u="none" strike="noStrike" cap="none">
                <a:solidFill>
                  <a:schemeClr val="dk1"/>
                </a:solidFill>
                <a:latin typeface="Arial"/>
                <a:ea typeface="Arial"/>
                <a:cs typeface="Arial"/>
                <a:sym typeface="Arial"/>
              </a:defRPr>
            </a:lvl4pPr>
            <a:lvl5pPr marL="2286000" marR="0" lvl="4" indent="-312420" algn="l" rtl="0">
              <a:lnSpc>
                <a:spcPct val="90000"/>
              </a:lnSpc>
              <a:spcBef>
                <a:spcPts val="500"/>
              </a:spcBef>
              <a:spcAft>
                <a:spcPts val="0"/>
              </a:spcAft>
              <a:buClr>
                <a:srgbClr val="004A7D"/>
              </a:buClr>
              <a:buSzPts val="1320"/>
              <a:buFont typeface="Arial"/>
              <a:buChar char="•"/>
              <a:defRPr sz="12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31" name="Google Shape;31;p5"/>
          <p:cNvSpPr txBox="1">
            <a:spLocks noGrp="1"/>
          </p:cNvSpPr>
          <p:nvPr>
            <p:ph type="body" idx="2"/>
          </p:nvPr>
        </p:nvSpPr>
        <p:spPr>
          <a:xfrm>
            <a:off x="753301" y="864231"/>
            <a:ext cx="5259227" cy="5070711"/>
          </a:xfrm>
          <a:prstGeom prst="rect">
            <a:avLst/>
          </a:prstGeom>
          <a:noFill/>
          <a:ln>
            <a:noFill/>
          </a:ln>
        </p:spPr>
        <p:txBody>
          <a:bodyPr spcFirstLastPara="1" wrap="square" lIns="0" tIns="45700" rIns="0" bIns="45700" anchor="t" anchorCtr="0">
            <a:noAutofit/>
          </a:bodyPr>
          <a:lstStyle>
            <a:lvl1pPr marL="457200" marR="0" lvl="0" indent="-228600" algn="l" rtl="0">
              <a:lnSpc>
                <a:spcPct val="90000"/>
              </a:lnSpc>
              <a:spcBef>
                <a:spcPts val="1000"/>
              </a:spcBef>
              <a:spcAft>
                <a:spcPts val="0"/>
              </a:spcAft>
              <a:buClr>
                <a:srgbClr val="004A7D"/>
              </a:buClr>
              <a:buSzPts val="1980"/>
              <a:buFont typeface="Noto Sans Symbols"/>
              <a:buNone/>
              <a:defRPr sz="1800" b="0" i="0" u="none" strike="noStrike" cap="none">
                <a:solidFill>
                  <a:schemeClr val="dk1"/>
                </a:solidFill>
                <a:latin typeface="Arial"/>
                <a:ea typeface="Arial"/>
                <a:cs typeface="Arial"/>
                <a:sym typeface="Arial"/>
              </a:defRPr>
            </a:lvl1pPr>
            <a:lvl2pPr marL="914400" marR="0" lvl="1" indent="-340360" algn="l" rtl="0">
              <a:lnSpc>
                <a:spcPct val="90000"/>
              </a:lnSpc>
              <a:spcBef>
                <a:spcPts val="500"/>
              </a:spcBef>
              <a:spcAft>
                <a:spcPts val="0"/>
              </a:spcAft>
              <a:buClr>
                <a:srgbClr val="004A7D"/>
              </a:buClr>
              <a:buSzPts val="1760"/>
              <a:buFont typeface="Arial"/>
              <a:buChar char="•"/>
              <a:defRPr sz="1600" b="0" i="0" u="none" strike="noStrike" cap="none">
                <a:solidFill>
                  <a:schemeClr val="dk1"/>
                </a:solidFill>
                <a:latin typeface="Arial"/>
                <a:ea typeface="Arial"/>
                <a:cs typeface="Arial"/>
                <a:sym typeface="Arial"/>
              </a:defRPr>
            </a:lvl2pPr>
            <a:lvl3pPr marL="1371600" marR="0" lvl="2" indent="-326389" algn="l" rtl="0">
              <a:lnSpc>
                <a:spcPct val="90000"/>
              </a:lnSpc>
              <a:spcBef>
                <a:spcPts val="500"/>
              </a:spcBef>
              <a:spcAft>
                <a:spcPts val="0"/>
              </a:spcAft>
              <a:buClr>
                <a:srgbClr val="004A7D"/>
              </a:buClr>
              <a:buSzPts val="1540"/>
              <a:buFont typeface="Arial"/>
              <a:buChar char="•"/>
              <a:defRPr sz="1400" b="0" i="0" u="none" strike="noStrike" cap="none">
                <a:solidFill>
                  <a:schemeClr val="dk1"/>
                </a:solidFill>
                <a:latin typeface="Arial"/>
                <a:ea typeface="Arial"/>
                <a:cs typeface="Arial"/>
                <a:sym typeface="Arial"/>
              </a:defRPr>
            </a:lvl3pPr>
            <a:lvl4pPr marL="1828800" marR="0" lvl="3" indent="-326389" algn="l" rtl="0">
              <a:lnSpc>
                <a:spcPct val="90000"/>
              </a:lnSpc>
              <a:spcBef>
                <a:spcPts val="500"/>
              </a:spcBef>
              <a:spcAft>
                <a:spcPts val="0"/>
              </a:spcAft>
              <a:buClr>
                <a:srgbClr val="004A7D"/>
              </a:buClr>
              <a:buSzPts val="1540"/>
              <a:buFont typeface="Arial"/>
              <a:buChar char="•"/>
              <a:defRPr sz="1400" b="0" i="0" u="none" strike="noStrike" cap="none">
                <a:solidFill>
                  <a:schemeClr val="dk1"/>
                </a:solidFill>
                <a:latin typeface="Arial"/>
                <a:ea typeface="Arial"/>
                <a:cs typeface="Arial"/>
                <a:sym typeface="Arial"/>
              </a:defRPr>
            </a:lvl4pPr>
            <a:lvl5pPr marL="2286000" marR="0" lvl="4" indent="-312420" algn="l" rtl="0">
              <a:lnSpc>
                <a:spcPct val="90000"/>
              </a:lnSpc>
              <a:spcBef>
                <a:spcPts val="500"/>
              </a:spcBef>
              <a:spcAft>
                <a:spcPts val="0"/>
              </a:spcAft>
              <a:buClr>
                <a:srgbClr val="004A7D"/>
              </a:buClr>
              <a:buSzPts val="1320"/>
              <a:buFont typeface="Arial"/>
              <a:buChar char="•"/>
              <a:defRPr sz="12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pic>
        <p:nvPicPr>
          <p:cNvPr id="32" name="Google Shape;32;p5"/>
          <p:cNvPicPr preferRelativeResize="0"/>
          <p:nvPr/>
        </p:nvPicPr>
        <p:blipFill rotWithShape="1">
          <a:blip r:embed="rId2">
            <a:alphaModFix/>
          </a:blip>
          <a:srcRect/>
          <a:stretch/>
        </p:blipFill>
        <p:spPr>
          <a:xfrm>
            <a:off x="10550598" y="5769631"/>
            <a:ext cx="893257" cy="895937"/>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elfolie Bild + weiße Schrift">
  <p:cSld name="Titelfolie Bild + weiße Schrift">
    <p:bg>
      <p:bgPr>
        <a:blipFill>
          <a:blip r:embed="rId2">
            <a:alphaModFix/>
          </a:blip>
          <a:stretch>
            <a:fillRect/>
          </a:stretch>
        </a:blipFill>
        <a:effectLst/>
      </p:bgPr>
    </p:bg>
    <p:spTree>
      <p:nvGrpSpPr>
        <p:cNvPr id="1" name="Shape 33"/>
        <p:cNvGrpSpPr/>
        <p:nvPr/>
      </p:nvGrpSpPr>
      <p:grpSpPr>
        <a:xfrm>
          <a:off x="0" y="0"/>
          <a:ext cx="0" cy="0"/>
          <a:chOff x="0" y="0"/>
          <a:chExt cx="0" cy="0"/>
        </a:xfrm>
      </p:grpSpPr>
      <p:pic>
        <p:nvPicPr>
          <p:cNvPr id="34" name="Google Shape;34;p6"/>
          <p:cNvPicPr preferRelativeResize="0"/>
          <p:nvPr/>
        </p:nvPicPr>
        <p:blipFill rotWithShape="1">
          <a:blip r:embed="rId3">
            <a:alphaModFix/>
          </a:blip>
          <a:srcRect/>
          <a:stretch/>
        </p:blipFill>
        <p:spPr>
          <a:xfrm>
            <a:off x="0" y="4044462"/>
            <a:ext cx="12192000" cy="2813538"/>
          </a:xfrm>
          <a:prstGeom prst="rect">
            <a:avLst/>
          </a:prstGeom>
          <a:noFill/>
          <a:ln>
            <a:noFill/>
          </a:ln>
        </p:spPr>
      </p:pic>
      <p:sp>
        <p:nvSpPr>
          <p:cNvPr id="35" name="Google Shape;35;p6"/>
          <p:cNvSpPr txBox="1">
            <a:spLocks noGrp="1"/>
          </p:cNvSpPr>
          <p:nvPr>
            <p:ph type="ctrTitle"/>
          </p:nvPr>
        </p:nvSpPr>
        <p:spPr>
          <a:xfrm>
            <a:off x="1333595" y="1979827"/>
            <a:ext cx="10397085" cy="1333307"/>
          </a:xfrm>
          <a:prstGeom prst="rect">
            <a:avLst/>
          </a:prstGeom>
          <a:noFill/>
          <a:ln>
            <a:noFill/>
          </a:ln>
        </p:spPr>
        <p:txBody>
          <a:bodyPr spcFirstLastPara="1" wrap="square" lIns="0" tIns="0" rIns="0" bIns="45700" anchor="t" anchorCtr="0">
            <a:normAutofit/>
          </a:bodyPr>
          <a:lstStyle>
            <a:lvl1pPr marR="0" lvl="0" algn="l" rtl="0">
              <a:lnSpc>
                <a:spcPct val="120000"/>
              </a:lnSpc>
              <a:spcBef>
                <a:spcPts val="0"/>
              </a:spcBef>
              <a:spcAft>
                <a:spcPts val="0"/>
              </a:spcAft>
              <a:buClr>
                <a:schemeClr val="lt1"/>
              </a:buClr>
              <a:buSzPts val="3600"/>
              <a:buFont typeface="Arial"/>
              <a:buNone/>
              <a:defRPr sz="3600" b="1" i="0" u="none" strike="noStrike" cap="none">
                <a:solidFill>
                  <a:schemeClr val="lt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6" name="Google Shape;36;p6"/>
          <p:cNvSpPr txBox="1">
            <a:spLocks noGrp="1"/>
          </p:cNvSpPr>
          <p:nvPr>
            <p:ph type="subTitle" idx="1"/>
          </p:nvPr>
        </p:nvSpPr>
        <p:spPr>
          <a:xfrm>
            <a:off x="1333595" y="3429000"/>
            <a:ext cx="10397084" cy="999932"/>
          </a:xfrm>
          <a:prstGeom prst="rect">
            <a:avLst/>
          </a:prstGeom>
          <a:noFill/>
          <a:ln>
            <a:noFill/>
          </a:ln>
        </p:spPr>
        <p:txBody>
          <a:bodyPr spcFirstLastPara="1" wrap="square" lIns="0" tIns="0" rIns="0" bIns="45700" anchor="t" anchorCtr="0">
            <a:normAutofit/>
          </a:bodyPr>
          <a:lstStyle>
            <a:lvl1pPr marR="0" lvl="0" algn="l" rtl="0">
              <a:lnSpc>
                <a:spcPct val="90000"/>
              </a:lnSpc>
              <a:spcBef>
                <a:spcPts val="1000"/>
              </a:spcBef>
              <a:spcAft>
                <a:spcPts val="0"/>
              </a:spcAft>
              <a:buClr>
                <a:srgbClr val="004A7D"/>
              </a:buClr>
              <a:buSzPts val="2600"/>
              <a:buFont typeface="Noto Sans Symbols"/>
              <a:buNone/>
              <a:defRPr sz="2600" b="0" i="0" u="none" strike="noStrike" cap="none">
                <a:solidFill>
                  <a:schemeClr val="lt1"/>
                </a:solidFill>
                <a:latin typeface="Arial"/>
                <a:ea typeface="Arial"/>
                <a:cs typeface="Arial"/>
                <a:sym typeface="Arial"/>
              </a:defRPr>
            </a:lvl1pPr>
            <a:lvl2pPr marR="0" lvl="1" algn="ctr" rtl="0">
              <a:lnSpc>
                <a:spcPct val="90000"/>
              </a:lnSpc>
              <a:spcBef>
                <a:spcPts val="500"/>
              </a:spcBef>
              <a:spcAft>
                <a:spcPts val="0"/>
              </a:spcAft>
              <a:buClr>
                <a:srgbClr val="004A7D"/>
              </a:buClr>
              <a:buSzPts val="2000"/>
              <a:buFont typeface="Noto Sans Symbols"/>
              <a:buNone/>
              <a:defRPr sz="2000" b="0" i="0" u="none" strike="noStrike" cap="none">
                <a:solidFill>
                  <a:schemeClr val="dk1"/>
                </a:solidFill>
                <a:latin typeface="Arial"/>
                <a:ea typeface="Arial"/>
                <a:cs typeface="Arial"/>
                <a:sym typeface="Arial"/>
              </a:defRPr>
            </a:lvl2pPr>
            <a:lvl3pPr marR="0" lvl="2" algn="ctr" rtl="0">
              <a:lnSpc>
                <a:spcPct val="90000"/>
              </a:lnSpc>
              <a:spcBef>
                <a:spcPts val="500"/>
              </a:spcBef>
              <a:spcAft>
                <a:spcPts val="0"/>
              </a:spcAft>
              <a:buClr>
                <a:srgbClr val="004A7D"/>
              </a:buClr>
              <a:buSzPts val="1800"/>
              <a:buFont typeface="Noto Sans Symbols"/>
              <a:buNone/>
              <a:defRPr sz="1800" b="0" i="0" u="none" strike="noStrike" cap="none">
                <a:solidFill>
                  <a:schemeClr val="dk1"/>
                </a:solidFill>
                <a:latin typeface="Arial"/>
                <a:ea typeface="Arial"/>
                <a:cs typeface="Arial"/>
                <a:sym typeface="Arial"/>
              </a:defRPr>
            </a:lvl3pPr>
            <a:lvl4pPr marR="0" lvl="3" algn="ctr" rtl="0">
              <a:lnSpc>
                <a:spcPct val="90000"/>
              </a:lnSpc>
              <a:spcBef>
                <a:spcPts val="500"/>
              </a:spcBef>
              <a:spcAft>
                <a:spcPts val="0"/>
              </a:spcAft>
              <a:buClr>
                <a:srgbClr val="004A7D"/>
              </a:buClr>
              <a:buSzPts val="1600"/>
              <a:buFont typeface="Noto Sans Symbols"/>
              <a:buNone/>
              <a:defRPr sz="1600" b="0" i="0" u="none" strike="noStrike" cap="none">
                <a:solidFill>
                  <a:schemeClr val="dk1"/>
                </a:solidFill>
                <a:latin typeface="Arial"/>
                <a:ea typeface="Arial"/>
                <a:cs typeface="Arial"/>
                <a:sym typeface="Arial"/>
              </a:defRPr>
            </a:lvl4pPr>
            <a:lvl5pPr marR="0" lvl="4" algn="ctr" rtl="0">
              <a:lnSpc>
                <a:spcPct val="90000"/>
              </a:lnSpc>
              <a:spcBef>
                <a:spcPts val="500"/>
              </a:spcBef>
              <a:spcAft>
                <a:spcPts val="0"/>
              </a:spcAft>
              <a:buClr>
                <a:srgbClr val="004A7D"/>
              </a:buClr>
              <a:buSzPts val="1600"/>
              <a:buFont typeface="Noto Sans Symbols"/>
              <a:buNone/>
              <a:defRPr sz="1600" b="0" i="0" u="none" strike="noStrike" cap="none">
                <a:solidFill>
                  <a:schemeClr val="dk1"/>
                </a:solidFill>
                <a:latin typeface="Arial"/>
                <a:ea typeface="Arial"/>
                <a:cs typeface="Arial"/>
                <a:sym typeface="Arial"/>
              </a:defRPr>
            </a:lvl5pPr>
            <a:lvl6pPr marR="0" lvl="5"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6pPr>
            <a:lvl7pPr marR="0" lvl="6"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7pPr>
            <a:lvl8pPr marR="0" lvl="7"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8pPr>
            <a:lvl9pPr marR="0" lvl="8"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9pPr>
          </a:lstStyle>
          <a:p>
            <a:endParaRPr/>
          </a:p>
        </p:txBody>
      </p:sp>
      <p:cxnSp>
        <p:nvCxnSpPr>
          <p:cNvPr id="37" name="Google Shape;37;p6"/>
          <p:cNvCxnSpPr/>
          <p:nvPr/>
        </p:nvCxnSpPr>
        <p:spPr>
          <a:xfrm rot="10800000">
            <a:off x="760227" y="5762082"/>
            <a:ext cx="0" cy="1080000"/>
          </a:xfrm>
          <a:prstGeom prst="straightConnector1">
            <a:avLst/>
          </a:prstGeom>
          <a:noFill/>
          <a:ln w="9525" cap="flat" cmpd="sng">
            <a:solidFill>
              <a:schemeClr val="lt1"/>
            </a:solidFill>
            <a:prstDash val="solid"/>
            <a:miter lim="800000"/>
            <a:headEnd type="none" w="sm" len="sm"/>
            <a:tailEnd type="none" w="sm" len="sm"/>
          </a:ln>
        </p:spPr>
      </p:cxnSp>
      <p:sp>
        <p:nvSpPr>
          <p:cNvPr id="38" name="Google Shape;38;p6"/>
          <p:cNvSpPr txBox="1">
            <a:spLocks noGrp="1"/>
          </p:cNvSpPr>
          <p:nvPr>
            <p:ph type="body" idx="2"/>
          </p:nvPr>
        </p:nvSpPr>
        <p:spPr>
          <a:xfrm>
            <a:off x="1049721" y="5768578"/>
            <a:ext cx="10680958" cy="1080000"/>
          </a:xfrm>
          <a:prstGeom prst="rect">
            <a:avLst/>
          </a:prstGeom>
          <a:noFill/>
          <a:ln>
            <a:noFill/>
          </a:ln>
        </p:spPr>
        <p:txBody>
          <a:bodyPr spcFirstLastPara="1" wrap="square" lIns="91425" tIns="45700" rIns="91425" bIns="45700" anchor="t" anchorCtr="0">
            <a:noAutofit/>
          </a:bodyPr>
          <a:lstStyle>
            <a:lvl1pPr marL="457200" marR="0" lvl="0" indent="-342900" algn="l" rtl="0">
              <a:lnSpc>
                <a:spcPct val="90000"/>
              </a:lnSpc>
              <a:spcBef>
                <a:spcPts val="1000"/>
              </a:spcBef>
              <a:spcAft>
                <a:spcPts val="0"/>
              </a:spcAft>
              <a:buClr>
                <a:srgbClr val="004A7D"/>
              </a:buClr>
              <a:buSzPts val="1800"/>
              <a:buFont typeface="Noto Sans Symbols"/>
              <a:buChar char="▪"/>
              <a:defRPr sz="1800" b="0" i="0" u="none" strike="noStrike" cap="none">
                <a:solidFill>
                  <a:schemeClr val="lt1"/>
                </a:solidFill>
                <a:latin typeface="Arial"/>
                <a:ea typeface="Arial"/>
                <a:cs typeface="Arial"/>
                <a:sym typeface="Arial"/>
              </a:defRPr>
            </a:lvl1pPr>
            <a:lvl2pPr marL="914400" marR="0" lvl="1" indent="-330200" algn="l" rtl="0">
              <a:lnSpc>
                <a:spcPct val="90000"/>
              </a:lnSpc>
              <a:spcBef>
                <a:spcPts val="500"/>
              </a:spcBef>
              <a:spcAft>
                <a:spcPts val="0"/>
              </a:spcAft>
              <a:buClr>
                <a:srgbClr val="004A7D"/>
              </a:buClr>
              <a:buSzPts val="1600"/>
              <a:buFont typeface="Noto Sans Symbols"/>
              <a:buChar char="▪"/>
              <a:defRPr sz="1600" b="0" i="0" u="none" strike="noStrike" cap="none">
                <a:solidFill>
                  <a:schemeClr val="dk1"/>
                </a:solidFill>
                <a:latin typeface="Arial"/>
                <a:ea typeface="Arial"/>
                <a:cs typeface="Arial"/>
                <a:sym typeface="Arial"/>
              </a:defRPr>
            </a:lvl2pPr>
            <a:lvl3pPr marL="1371600" marR="0" lvl="2" indent="-317500" algn="l" rtl="0">
              <a:lnSpc>
                <a:spcPct val="90000"/>
              </a:lnSpc>
              <a:spcBef>
                <a:spcPts val="500"/>
              </a:spcBef>
              <a:spcAft>
                <a:spcPts val="0"/>
              </a:spcAft>
              <a:buClr>
                <a:srgbClr val="004A7D"/>
              </a:buClr>
              <a:buSzPts val="1400"/>
              <a:buFont typeface="Noto Sans Symbols"/>
              <a:buChar char="▪"/>
              <a:defRPr sz="1400" b="0" i="0" u="none" strike="noStrike" cap="none">
                <a:solidFill>
                  <a:schemeClr val="lt1"/>
                </a:solidFill>
                <a:latin typeface="Arial"/>
                <a:ea typeface="Arial"/>
                <a:cs typeface="Arial"/>
                <a:sym typeface="Arial"/>
              </a:defRPr>
            </a:lvl3pPr>
            <a:lvl4pPr marL="1828800" marR="0" lvl="3" indent="-311150" algn="l" rtl="0">
              <a:lnSpc>
                <a:spcPct val="90000"/>
              </a:lnSpc>
              <a:spcBef>
                <a:spcPts val="500"/>
              </a:spcBef>
              <a:spcAft>
                <a:spcPts val="0"/>
              </a:spcAft>
              <a:buClr>
                <a:srgbClr val="004A7D"/>
              </a:buClr>
              <a:buSzPts val="1300"/>
              <a:buFont typeface="Noto Sans Symbols"/>
              <a:buChar char="▪"/>
              <a:defRPr sz="1300" b="0" i="0" u="none" strike="noStrike" cap="none">
                <a:solidFill>
                  <a:schemeClr val="dk1"/>
                </a:solidFill>
                <a:latin typeface="Arial"/>
                <a:ea typeface="Arial"/>
                <a:cs typeface="Arial"/>
                <a:sym typeface="Arial"/>
              </a:defRPr>
            </a:lvl4pPr>
            <a:lvl5pPr marL="2286000" marR="0" lvl="4" indent="-311150" algn="l" rtl="0">
              <a:lnSpc>
                <a:spcPct val="90000"/>
              </a:lnSpc>
              <a:spcBef>
                <a:spcPts val="500"/>
              </a:spcBef>
              <a:spcAft>
                <a:spcPts val="0"/>
              </a:spcAft>
              <a:buClr>
                <a:srgbClr val="004A7D"/>
              </a:buClr>
              <a:buSzPts val="1300"/>
              <a:buFont typeface="Noto Sans Symbols"/>
              <a:buChar char="▪"/>
              <a:defRPr sz="13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pic>
        <p:nvPicPr>
          <p:cNvPr id="39" name="Google Shape;39;p6"/>
          <p:cNvPicPr preferRelativeResize="0"/>
          <p:nvPr/>
        </p:nvPicPr>
        <p:blipFill rotWithShape="1">
          <a:blip r:embed="rId4">
            <a:alphaModFix/>
          </a:blip>
          <a:srcRect/>
          <a:stretch/>
        </p:blipFill>
        <p:spPr>
          <a:xfrm>
            <a:off x="326572" y="521206"/>
            <a:ext cx="2553189" cy="900000"/>
          </a:xfrm>
          <a:prstGeom prst="rect">
            <a:avLst/>
          </a:prstGeom>
          <a:noFill/>
          <a:ln>
            <a:noFill/>
          </a:ln>
        </p:spPr>
      </p:pic>
    </p:spTree>
  </p:cSld>
  <p:clrMapOvr>
    <a:masterClrMapping/>
  </p:clrMapOvr>
  <p:extLst>
    <p:ext uri="{DCECCB84-F9BA-43D5-87BE-67443E8EF086}">
      <p15:sldGuideLst xmlns:p15="http://schemas.microsoft.com/office/powerpoint/2012/main">
        <p15:guide id="1" orient="horz" pos="2160">
          <p15:clr>
            <a:srgbClr val="FBAE40"/>
          </p15:clr>
        </p15:guide>
        <p15:guide id="2" pos="483">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elfolie Bild + blaue Schrift">
  <p:cSld name="Titelfolie Bild + blaue Schrift">
    <p:bg>
      <p:bgPr>
        <a:blipFill>
          <a:blip r:embed="rId2">
            <a:alphaModFix/>
          </a:blip>
          <a:stretch>
            <a:fillRect/>
          </a:stretch>
        </a:blipFill>
        <a:effectLst/>
      </p:bgPr>
    </p:bg>
    <p:spTree>
      <p:nvGrpSpPr>
        <p:cNvPr id="1" name="Shape 40"/>
        <p:cNvGrpSpPr/>
        <p:nvPr/>
      </p:nvGrpSpPr>
      <p:grpSpPr>
        <a:xfrm>
          <a:off x="0" y="0"/>
          <a:ext cx="0" cy="0"/>
          <a:chOff x="0" y="0"/>
          <a:chExt cx="0" cy="0"/>
        </a:xfrm>
      </p:grpSpPr>
      <p:pic>
        <p:nvPicPr>
          <p:cNvPr id="41" name="Google Shape;41;p7"/>
          <p:cNvPicPr preferRelativeResize="0"/>
          <p:nvPr/>
        </p:nvPicPr>
        <p:blipFill rotWithShape="1">
          <a:blip r:embed="rId3">
            <a:alphaModFix/>
          </a:blip>
          <a:srcRect/>
          <a:stretch/>
        </p:blipFill>
        <p:spPr>
          <a:xfrm>
            <a:off x="0" y="4044462"/>
            <a:ext cx="12192000" cy="2813538"/>
          </a:xfrm>
          <a:prstGeom prst="rect">
            <a:avLst/>
          </a:prstGeom>
          <a:noFill/>
          <a:ln>
            <a:noFill/>
          </a:ln>
        </p:spPr>
      </p:pic>
      <p:sp>
        <p:nvSpPr>
          <p:cNvPr id="42" name="Google Shape;42;p7"/>
          <p:cNvSpPr txBox="1">
            <a:spLocks noGrp="1"/>
          </p:cNvSpPr>
          <p:nvPr>
            <p:ph type="ctrTitle"/>
          </p:nvPr>
        </p:nvSpPr>
        <p:spPr>
          <a:xfrm>
            <a:off x="1333595" y="1979827"/>
            <a:ext cx="10397085" cy="1333307"/>
          </a:xfrm>
          <a:prstGeom prst="rect">
            <a:avLst/>
          </a:prstGeom>
          <a:noFill/>
          <a:ln>
            <a:noFill/>
          </a:ln>
        </p:spPr>
        <p:txBody>
          <a:bodyPr spcFirstLastPara="1" wrap="square" lIns="0" tIns="0" rIns="0" bIns="45700" anchor="t" anchorCtr="0">
            <a:normAutofit/>
          </a:bodyPr>
          <a:lstStyle>
            <a:lvl1pPr marR="0" lvl="0" algn="l" rtl="0">
              <a:lnSpc>
                <a:spcPct val="120000"/>
              </a:lnSpc>
              <a:spcBef>
                <a:spcPts val="0"/>
              </a:spcBef>
              <a:spcAft>
                <a:spcPts val="0"/>
              </a:spcAft>
              <a:buClr>
                <a:srgbClr val="004A7D"/>
              </a:buClr>
              <a:buSzPts val="3600"/>
              <a:buFont typeface="Arial"/>
              <a:buNone/>
              <a:defRPr sz="3600" b="1" i="0" u="none" strike="noStrike" cap="none">
                <a:solidFill>
                  <a:srgbClr val="004A7D"/>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3" name="Google Shape;43;p7"/>
          <p:cNvSpPr txBox="1">
            <a:spLocks noGrp="1"/>
          </p:cNvSpPr>
          <p:nvPr>
            <p:ph type="subTitle" idx="1"/>
          </p:nvPr>
        </p:nvSpPr>
        <p:spPr>
          <a:xfrm>
            <a:off x="1333595" y="3429000"/>
            <a:ext cx="10397084" cy="999932"/>
          </a:xfrm>
          <a:prstGeom prst="rect">
            <a:avLst/>
          </a:prstGeom>
          <a:noFill/>
          <a:ln>
            <a:noFill/>
          </a:ln>
        </p:spPr>
        <p:txBody>
          <a:bodyPr spcFirstLastPara="1" wrap="square" lIns="0" tIns="0" rIns="0" bIns="45700" anchor="t" anchorCtr="0">
            <a:normAutofit/>
          </a:bodyPr>
          <a:lstStyle>
            <a:lvl1pPr marR="0" lvl="0" algn="l" rtl="0">
              <a:lnSpc>
                <a:spcPct val="90000"/>
              </a:lnSpc>
              <a:spcBef>
                <a:spcPts val="1000"/>
              </a:spcBef>
              <a:spcAft>
                <a:spcPts val="0"/>
              </a:spcAft>
              <a:buClr>
                <a:srgbClr val="004A7D"/>
              </a:buClr>
              <a:buSzPts val="2600"/>
              <a:buFont typeface="Noto Sans Symbols"/>
              <a:buNone/>
              <a:defRPr sz="2600" b="0" i="0" u="none" strike="noStrike" cap="none">
                <a:solidFill>
                  <a:srgbClr val="004A7D"/>
                </a:solidFill>
                <a:latin typeface="Arial"/>
                <a:ea typeface="Arial"/>
                <a:cs typeface="Arial"/>
                <a:sym typeface="Arial"/>
              </a:defRPr>
            </a:lvl1pPr>
            <a:lvl2pPr marR="0" lvl="1" algn="ctr" rtl="0">
              <a:lnSpc>
                <a:spcPct val="90000"/>
              </a:lnSpc>
              <a:spcBef>
                <a:spcPts val="500"/>
              </a:spcBef>
              <a:spcAft>
                <a:spcPts val="0"/>
              </a:spcAft>
              <a:buClr>
                <a:srgbClr val="004A7D"/>
              </a:buClr>
              <a:buSzPts val="2000"/>
              <a:buFont typeface="Noto Sans Symbols"/>
              <a:buNone/>
              <a:defRPr sz="2000" b="0" i="0" u="none" strike="noStrike" cap="none">
                <a:solidFill>
                  <a:schemeClr val="dk1"/>
                </a:solidFill>
                <a:latin typeface="Arial"/>
                <a:ea typeface="Arial"/>
                <a:cs typeface="Arial"/>
                <a:sym typeface="Arial"/>
              </a:defRPr>
            </a:lvl2pPr>
            <a:lvl3pPr marR="0" lvl="2" algn="ctr" rtl="0">
              <a:lnSpc>
                <a:spcPct val="90000"/>
              </a:lnSpc>
              <a:spcBef>
                <a:spcPts val="500"/>
              </a:spcBef>
              <a:spcAft>
                <a:spcPts val="0"/>
              </a:spcAft>
              <a:buClr>
                <a:srgbClr val="004A7D"/>
              </a:buClr>
              <a:buSzPts val="1800"/>
              <a:buFont typeface="Noto Sans Symbols"/>
              <a:buNone/>
              <a:defRPr sz="1800" b="0" i="0" u="none" strike="noStrike" cap="none">
                <a:solidFill>
                  <a:schemeClr val="dk1"/>
                </a:solidFill>
                <a:latin typeface="Arial"/>
                <a:ea typeface="Arial"/>
                <a:cs typeface="Arial"/>
                <a:sym typeface="Arial"/>
              </a:defRPr>
            </a:lvl3pPr>
            <a:lvl4pPr marR="0" lvl="3" algn="ctr" rtl="0">
              <a:lnSpc>
                <a:spcPct val="90000"/>
              </a:lnSpc>
              <a:spcBef>
                <a:spcPts val="500"/>
              </a:spcBef>
              <a:spcAft>
                <a:spcPts val="0"/>
              </a:spcAft>
              <a:buClr>
                <a:srgbClr val="004A7D"/>
              </a:buClr>
              <a:buSzPts val="1600"/>
              <a:buFont typeface="Noto Sans Symbols"/>
              <a:buNone/>
              <a:defRPr sz="1600" b="0" i="0" u="none" strike="noStrike" cap="none">
                <a:solidFill>
                  <a:schemeClr val="dk1"/>
                </a:solidFill>
                <a:latin typeface="Arial"/>
                <a:ea typeface="Arial"/>
                <a:cs typeface="Arial"/>
                <a:sym typeface="Arial"/>
              </a:defRPr>
            </a:lvl4pPr>
            <a:lvl5pPr marR="0" lvl="4" algn="ctr" rtl="0">
              <a:lnSpc>
                <a:spcPct val="90000"/>
              </a:lnSpc>
              <a:spcBef>
                <a:spcPts val="500"/>
              </a:spcBef>
              <a:spcAft>
                <a:spcPts val="0"/>
              </a:spcAft>
              <a:buClr>
                <a:srgbClr val="004A7D"/>
              </a:buClr>
              <a:buSzPts val="1600"/>
              <a:buFont typeface="Noto Sans Symbols"/>
              <a:buNone/>
              <a:defRPr sz="1600" b="0" i="0" u="none" strike="noStrike" cap="none">
                <a:solidFill>
                  <a:schemeClr val="dk1"/>
                </a:solidFill>
                <a:latin typeface="Arial"/>
                <a:ea typeface="Arial"/>
                <a:cs typeface="Arial"/>
                <a:sym typeface="Arial"/>
              </a:defRPr>
            </a:lvl5pPr>
            <a:lvl6pPr marR="0" lvl="5"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6pPr>
            <a:lvl7pPr marR="0" lvl="6"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7pPr>
            <a:lvl8pPr marR="0" lvl="7"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8pPr>
            <a:lvl9pPr marR="0" lvl="8"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9pPr>
          </a:lstStyle>
          <a:p>
            <a:endParaRPr/>
          </a:p>
        </p:txBody>
      </p:sp>
      <p:cxnSp>
        <p:nvCxnSpPr>
          <p:cNvPr id="44" name="Google Shape;44;p7"/>
          <p:cNvCxnSpPr/>
          <p:nvPr/>
        </p:nvCxnSpPr>
        <p:spPr>
          <a:xfrm rot="10800000">
            <a:off x="766763" y="5768578"/>
            <a:ext cx="0" cy="1080000"/>
          </a:xfrm>
          <a:prstGeom prst="straightConnector1">
            <a:avLst/>
          </a:prstGeom>
          <a:noFill/>
          <a:ln w="9525" cap="flat" cmpd="sng">
            <a:solidFill>
              <a:schemeClr val="lt1"/>
            </a:solidFill>
            <a:prstDash val="solid"/>
            <a:miter lim="800000"/>
            <a:headEnd type="none" w="sm" len="sm"/>
            <a:tailEnd type="none" w="sm" len="sm"/>
          </a:ln>
        </p:spPr>
      </p:cxnSp>
      <p:sp>
        <p:nvSpPr>
          <p:cNvPr id="45" name="Google Shape;45;p7"/>
          <p:cNvSpPr txBox="1">
            <a:spLocks noGrp="1"/>
          </p:cNvSpPr>
          <p:nvPr>
            <p:ph type="body" idx="2"/>
          </p:nvPr>
        </p:nvSpPr>
        <p:spPr>
          <a:xfrm>
            <a:off x="1049721" y="5768578"/>
            <a:ext cx="10680958" cy="1080000"/>
          </a:xfrm>
          <a:prstGeom prst="rect">
            <a:avLst/>
          </a:prstGeom>
          <a:noFill/>
          <a:ln>
            <a:noFill/>
          </a:ln>
        </p:spPr>
        <p:txBody>
          <a:bodyPr spcFirstLastPara="1" wrap="square" lIns="91425" tIns="45700" rIns="91425" bIns="45700" anchor="t" anchorCtr="0">
            <a:noAutofit/>
          </a:bodyPr>
          <a:lstStyle>
            <a:lvl1pPr marL="457200" marR="0" lvl="0" indent="-342900" algn="l" rtl="0">
              <a:lnSpc>
                <a:spcPct val="90000"/>
              </a:lnSpc>
              <a:spcBef>
                <a:spcPts val="1000"/>
              </a:spcBef>
              <a:spcAft>
                <a:spcPts val="0"/>
              </a:spcAft>
              <a:buClr>
                <a:srgbClr val="004A7D"/>
              </a:buClr>
              <a:buSzPts val="1800"/>
              <a:buFont typeface="Noto Sans Symbols"/>
              <a:buChar char="▪"/>
              <a:defRPr sz="1800" b="0" i="0" u="none" strike="noStrike" cap="none">
                <a:solidFill>
                  <a:schemeClr val="lt1"/>
                </a:solidFill>
                <a:latin typeface="Arial"/>
                <a:ea typeface="Arial"/>
                <a:cs typeface="Arial"/>
                <a:sym typeface="Arial"/>
              </a:defRPr>
            </a:lvl1pPr>
            <a:lvl2pPr marL="914400" marR="0" lvl="1" indent="-330200" algn="l" rtl="0">
              <a:lnSpc>
                <a:spcPct val="90000"/>
              </a:lnSpc>
              <a:spcBef>
                <a:spcPts val="500"/>
              </a:spcBef>
              <a:spcAft>
                <a:spcPts val="0"/>
              </a:spcAft>
              <a:buClr>
                <a:srgbClr val="004A7D"/>
              </a:buClr>
              <a:buSzPts val="1600"/>
              <a:buFont typeface="Noto Sans Symbols"/>
              <a:buChar char="▪"/>
              <a:defRPr sz="1600" b="0" i="0" u="none" strike="noStrike" cap="none">
                <a:solidFill>
                  <a:schemeClr val="dk1"/>
                </a:solidFill>
                <a:latin typeface="Arial"/>
                <a:ea typeface="Arial"/>
                <a:cs typeface="Arial"/>
                <a:sym typeface="Arial"/>
              </a:defRPr>
            </a:lvl2pPr>
            <a:lvl3pPr marL="1371600" marR="0" lvl="2" indent="-317500" algn="l" rtl="0">
              <a:lnSpc>
                <a:spcPct val="90000"/>
              </a:lnSpc>
              <a:spcBef>
                <a:spcPts val="500"/>
              </a:spcBef>
              <a:spcAft>
                <a:spcPts val="0"/>
              </a:spcAft>
              <a:buClr>
                <a:srgbClr val="004A7D"/>
              </a:buClr>
              <a:buSzPts val="1400"/>
              <a:buFont typeface="Noto Sans Symbols"/>
              <a:buChar char="▪"/>
              <a:defRPr sz="1400" b="0" i="0" u="none" strike="noStrike" cap="none">
                <a:solidFill>
                  <a:schemeClr val="lt1"/>
                </a:solidFill>
                <a:latin typeface="Arial"/>
                <a:ea typeface="Arial"/>
                <a:cs typeface="Arial"/>
                <a:sym typeface="Arial"/>
              </a:defRPr>
            </a:lvl3pPr>
            <a:lvl4pPr marL="1828800" marR="0" lvl="3" indent="-311150" algn="l" rtl="0">
              <a:lnSpc>
                <a:spcPct val="90000"/>
              </a:lnSpc>
              <a:spcBef>
                <a:spcPts val="500"/>
              </a:spcBef>
              <a:spcAft>
                <a:spcPts val="0"/>
              </a:spcAft>
              <a:buClr>
                <a:srgbClr val="004A7D"/>
              </a:buClr>
              <a:buSzPts val="1300"/>
              <a:buFont typeface="Noto Sans Symbols"/>
              <a:buChar char="▪"/>
              <a:defRPr sz="1300" b="0" i="0" u="none" strike="noStrike" cap="none">
                <a:solidFill>
                  <a:schemeClr val="dk1"/>
                </a:solidFill>
                <a:latin typeface="Arial"/>
                <a:ea typeface="Arial"/>
                <a:cs typeface="Arial"/>
                <a:sym typeface="Arial"/>
              </a:defRPr>
            </a:lvl4pPr>
            <a:lvl5pPr marL="2286000" marR="0" lvl="4" indent="-311150" algn="l" rtl="0">
              <a:lnSpc>
                <a:spcPct val="90000"/>
              </a:lnSpc>
              <a:spcBef>
                <a:spcPts val="500"/>
              </a:spcBef>
              <a:spcAft>
                <a:spcPts val="0"/>
              </a:spcAft>
              <a:buClr>
                <a:srgbClr val="004A7D"/>
              </a:buClr>
              <a:buSzPts val="1300"/>
              <a:buFont typeface="Noto Sans Symbols"/>
              <a:buChar char="▪"/>
              <a:defRPr sz="13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pic>
        <p:nvPicPr>
          <p:cNvPr id="46" name="Google Shape;46;p7"/>
          <p:cNvPicPr preferRelativeResize="0"/>
          <p:nvPr/>
        </p:nvPicPr>
        <p:blipFill rotWithShape="1">
          <a:blip r:embed="rId4">
            <a:alphaModFix/>
          </a:blip>
          <a:srcRect/>
          <a:stretch/>
        </p:blipFill>
        <p:spPr>
          <a:xfrm>
            <a:off x="341086" y="520473"/>
            <a:ext cx="2553188" cy="900000"/>
          </a:xfrm>
          <a:prstGeom prst="rect">
            <a:avLst/>
          </a:prstGeom>
          <a:noFill/>
          <a:ln>
            <a:noFill/>
          </a:ln>
        </p:spPr>
      </p:pic>
    </p:spTree>
  </p:cSld>
  <p:clrMapOvr>
    <a:masterClrMapping/>
  </p:clrMapOvr>
  <p:extLst>
    <p:ext uri="{DCECCB84-F9BA-43D5-87BE-67443E8EF086}">
      <p15:sldGuideLst xmlns:p15="http://schemas.microsoft.com/office/powerpoint/2012/main">
        <p15:guide id="1" orient="horz" pos="2160">
          <p15:clr>
            <a:srgbClr val="FBAE40"/>
          </p15:clr>
        </p15:guide>
        <p15:guide id="2" pos="483">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Inhalt">
  <p:cSld name="Inhalt">
    <p:spTree>
      <p:nvGrpSpPr>
        <p:cNvPr id="1" name="Shape 47"/>
        <p:cNvGrpSpPr/>
        <p:nvPr/>
      </p:nvGrpSpPr>
      <p:grpSpPr>
        <a:xfrm>
          <a:off x="0" y="0"/>
          <a:ext cx="0" cy="0"/>
          <a:chOff x="0" y="0"/>
          <a:chExt cx="0" cy="0"/>
        </a:xfrm>
      </p:grpSpPr>
      <p:sp>
        <p:nvSpPr>
          <p:cNvPr id="48" name="Google Shape;48;p8"/>
          <p:cNvSpPr txBox="1">
            <a:spLocks noGrp="1"/>
          </p:cNvSpPr>
          <p:nvPr>
            <p:ph type="body" idx="1"/>
          </p:nvPr>
        </p:nvSpPr>
        <p:spPr>
          <a:xfrm>
            <a:off x="754083" y="864231"/>
            <a:ext cx="10976598" cy="5070711"/>
          </a:xfrm>
          <a:prstGeom prst="rect">
            <a:avLst/>
          </a:prstGeom>
          <a:noFill/>
          <a:ln>
            <a:noFill/>
          </a:ln>
        </p:spPr>
        <p:txBody>
          <a:bodyPr spcFirstLastPara="1" wrap="square" lIns="0" tIns="45700" rIns="0" bIns="45700" anchor="t" anchorCtr="0">
            <a:noAutofit/>
          </a:bodyPr>
          <a:lstStyle>
            <a:lvl1pPr marL="457200" marR="0" lvl="0" indent="-228600" algn="l" rtl="0">
              <a:lnSpc>
                <a:spcPct val="90000"/>
              </a:lnSpc>
              <a:spcBef>
                <a:spcPts val="1000"/>
              </a:spcBef>
              <a:spcAft>
                <a:spcPts val="0"/>
              </a:spcAft>
              <a:buClr>
                <a:srgbClr val="004A7D"/>
              </a:buClr>
              <a:buSzPts val="1980"/>
              <a:buFont typeface="Noto Sans Symbols"/>
              <a:buNone/>
              <a:defRPr sz="1800" b="0" i="0" u="none" strike="noStrike" cap="none">
                <a:solidFill>
                  <a:schemeClr val="dk1"/>
                </a:solidFill>
                <a:latin typeface="Arial"/>
                <a:ea typeface="Arial"/>
                <a:cs typeface="Arial"/>
                <a:sym typeface="Arial"/>
              </a:defRPr>
            </a:lvl1pPr>
            <a:lvl2pPr marL="914400" marR="0" lvl="1" indent="-340360" algn="l" rtl="0">
              <a:lnSpc>
                <a:spcPct val="90000"/>
              </a:lnSpc>
              <a:spcBef>
                <a:spcPts val="500"/>
              </a:spcBef>
              <a:spcAft>
                <a:spcPts val="0"/>
              </a:spcAft>
              <a:buClr>
                <a:srgbClr val="004A7D"/>
              </a:buClr>
              <a:buSzPts val="1760"/>
              <a:buFont typeface="Arial"/>
              <a:buChar char="•"/>
              <a:defRPr sz="1600" b="0" i="0" u="none" strike="noStrike" cap="none">
                <a:solidFill>
                  <a:schemeClr val="dk1"/>
                </a:solidFill>
                <a:latin typeface="Arial"/>
                <a:ea typeface="Arial"/>
                <a:cs typeface="Arial"/>
                <a:sym typeface="Arial"/>
              </a:defRPr>
            </a:lvl2pPr>
            <a:lvl3pPr marL="1371600" marR="0" lvl="2" indent="-326389" algn="l" rtl="0">
              <a:lnSpc>
                <a:spcPct val="90000"/>
              </a:lnSpc>
              <a:spcBef>
                <a:spcPts val="500"/>
              </a:spcBef>
              <a:spcAft>
                <a:spcPts val="0"/>
              </a:spcAft>
              <a:buClr>
                <a:srgbClr val="004A7D"/>
              </a:buClr>
              <a:buSzPts val="1540"/>
              <a:buFont typeface="Arial"/>
              <a:buChar char="•"/>
              <a:defRPr sz="1400" b="0" i="0" u="none" strike="noStrike" cap="none">
                <a:solidFill>
                  <a:schemeClr val="dk1"/>
                </a:solidFill>
                <a:latin typeface="Arial"/>
                <a:ea typeface="Arial"/>
                <a:cs typeface="Arial"/>
                <a:sym typeface="Arial"/>
              </a:defRPr>
            </a:lvl3pPr>
            <a:lvl4pPr marL="1828800" marR="0" lvl="3" indent="-326389" algn="l" rtl="0">
              <a:lnSpc>
                <a:spcPct val="90000"/>
              </a:lnSpc>
              <a:spcBef>
                <a:spcPts val="500"/>
              </a:spcBef>
              <a:spcAft>
                <a:spcPts val="0"/>
              </a:spcAft>
              <a:buClr>
                <a:srgbClr val="004A7D"/>
              </a:buClr>
              <a:buSzPts val="1540"/>
              <a:buFont typeface="Arial"/>
              <a:buChar char="•"/>
              <a:defRPr sz="1400" b="0" i="0" u="none" strike="noStrike" cap="none">
                <a:solidFill>
                  <a:schemeClr val="dk1"/>
                </a:solidFill>
                <a:latin typeface="Arial"/>
                <a:ea typeface="Arial"/>
                <a:cs typeface="Arial"/>
                <a:sym typeface="Arial"/>
              </a:defRPr>
            </a:lvl4pPr>
            <a:lvl5pPr marL="2286000" marR="0" lvl="4" indent="-312420" algn="l" rtl="0">
              <a:lnSpc>
                <a:spcPct val="90000"/>
              </a:lnSpc>
              <a:spcBef>
                <a:spcPts val="500"/>
              </a:spcBef>
              <a:spcAft>
                <a:spcPts val="0"/>
              </a:spcAft>
              <a:buClr>
                <a:srgbClr val="004A7D"/>
              </a:buClr>
              <a:buSzPts val="1320"/>
              <a:buFont typeface="Arial"/>
              <a:buChar char="•"/>
              <a:defRPr sz="12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pic>
        <p:nvPicPr>
          <p:cNvPr id="49" name="Google Shape;49;p8"/>
          <p:cNvPicPr preferRelativeResize="0"/>
          <p:nvPr/>
        </p:nvPicPr>
        <p:blipFill rotWithShape="1">
          <a:blip r:embed="rId2">
            <a:alphaModFix/>
          </a:blip>
          <a:srcRect/>
          <a:stretch/>
        </p:blipFill>
        <p:spPr>
          <a:xfrm>
            <a:off x="10550598" y="5769631"/>
            <a:ext cx="893257" cy="895937"/>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Video/Film">
  <p:cSld name="Video/Film">
    <p:spTree>
      <p:nvGrpSpPr>
        <p:cNvPr id="1" name="Shape 50"/>
        <p:cNvGrpSpPr/>
        <p:nvPr/>
      </p:nvGrpSpPr>
      <p:grpSpPr>
        <a:xfrm>
          <a:off x="0" y="0"/>
          <a:ext cx="0" cy="0"/>
          <a:chOff x="0" y="0"/>
          <a:chExt cx="0" cy="0"/>
        </a:xfrm>
      </p:grpSpPr>
      <p:sp>
        <p:nvSpPr>
          <p:cNvPr id="51" name="Google Shape;51;p9"/>
          <p:cNvSpPr>
            <a:spLocks noGrp="1"/>
          </p:cNvSpPr>
          <p:nvPr>
            <p:ph type="media" idx="2"/>
          </p:nvPr>
        </p:nvSpPr>
        <p:spPr>
          <a:xfrm>
            <a:off x="748145" y="841376"/>
            <a:ext cx="10982536" cy="4959918"/>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rgbClr val="004A7D"/>
              </a:buClr>
              <a:buSzPts val="1800"/>
              <a:buFont typeface="Arial"/>
              <a:buChar char="•"/>
              <a:defRPr sz="1800" b="0" i="0" u="none" strike="noStrike" cap="none">
                <a:solidFill>
                  <a:schemeClr val="dk1"/>
                </a:solidFill>
                <a:latin typeface="Arial"/>
                <a:ea typeface="Arial"/>
                <a:cs typeface="Arial"/>
                <a:sym typeface="Arial"/>
              </a:defRPr>
            </a:lvl1pPr>
            <a:lvl2pPr marR="0" lvl="1" algn="l" rtl="0">
              <a:lnSpc>
                <a:spcPct val="90000"/>
              </a:lnSpc>
              <a:spcBef>
                <a:spcPts val="500"/>
              </a:spcBef>
              <a:spcAft>
                <a:spcPts val="0"/>
              </a:spcAft>
              <a:buClr>
                <a:srgbClr val="004A7D"/>
              </a:buClr>
              <a:buSzPts val="1600"/>
              <a:buFont typeface="Noto Sans Symbols"/>
              <a:buChar char="▪"/>
              <a:defRPr sz="1600" b="0" i="0" u="none" strike="noStrike" cap="none">
                <a:solidFill>
                  <a:schemeClr val="dk1"/>
                </a:solidFill>
                <a:latin typeface="Arial"/>
                <a:ea typeface="Arial"/>
                <a:cs typeface="Arial"/>
                <a:sym typeface="Arial"/>
              </a:defRPr>
            </a:lvl2pPr>
            <a:lvl3pPr marR="0" lvl="2" algn="l" rtl="0">
              <a:lnSpc>
                <a:spcPct val="90000"/>
              </a:lnSpc>
              <a:spcBef>
                <a:spcPts val="500"/>
              </a:spcBef>
              <a:spcAft>
                <a:spcPts val="0"/>
              </a:spcAft>
              <a:buClr>
                <a:srgbClr val="004A7D"/>
              </a:buClr>
              <a:buSzPts val="1400"/>
              <a:buFont typeface="Noto Sans Symbols"/>
              <a:buChar char="▪"/>
              <a:defRPr sz="1400" b="0" i="0" u="none" strike="noStrike" cap="none">
                <a:solidFill>
                  <a:schemeClr val="dk1"/>
                </a:solidFill>
                <a:latin typeface="Arial"/>
                <a:ea typeface="Arial"/>
                <a:cs typeface="Arial"/>
                <a:sym typeface="Arial"/>
              </a:defRPr>
            </a:lvl3pPr>
            <a:lvl4pPr marR="0" lvl="3" algn="l" rtl="0">
              <a:lnSpc>
                <a:spcPct val="90000"/>
              </a:lnSpc>
              <a:spcBef>
                <a:spcPts val="500"/>
              </a:spcBef>
              <a:spcAft>
                <a:spcPts val="0"/>
              </a:spcAft>
              <a:buClr>
                <a:srgbClr val="004A7D"/>
              </a:buClr>
              <a:buSzPts val="1300"/>
              <a:buFont typeface="Noto Sans Symbols"/>
              <a:buChar char="▪"/>
              <a:defRPr sz="1300" b="0" i="0" u="none" strike="noStrike" cap="none">
                <a:solidFill>
                  <a:schemeClr val="dk1"/>
                </a:solidFill>
                <a:latin typeface="Arial"/>
                <a:ea typeface="Arial"/>
                <a:cs typeface="Arial"/>
                <a:sym typeface="Arial"/>
              </a:defRPr>
            </a:lvl4pPr>
            <a:lvl5pPr marR="0" lvl="4" algn="l" rtl="0">
              <a:lnSpc>
                <a:spcPct val="90000"/>
              </a:lnSpc>
              <a:spcBef>
                <a:spcPts val="500"/>
              </a:spcBef>
              <a:spcAft>
                <a:spcPts val="0"/>
              </a:spcAft>
              <a:buClr>
                <a:srgbClr val="004A7D"/>
              </a:buClr>
              <a:buSzPts val="1300"/>
              <a:buFont typeface="Noto Sans Symbols"/>
              <a:buChar char="▪"/>
              <a:defRPr sz="1300" b="0" i="0" u="none" strike="noStrike" cap="none">
                <a:solidFill>
                  <a:schemeClr val="dk1"/>
                </a:solidFill>
                <a:latin typeface="Arial"/>
                <a:ea typeface="Arial"/>
                <a:cs typeface="Arial"/>
                <a:sym typeface="Arial"/>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pic>
        <p:nvPicPr>
          <p:cNvPr id="52" name="Google Shape;52;p9"/>
          <p:cNvPicPr preferRelativeResize="0"/>
          <p:nvPr/>
        </p:nvPicPr>
        <p:blipFill rotWithShape="1">
          <a:blip r:embed="rId2">
            <a:alphaModFix/>
          </a:blip>
          <a:srcRect/>
          <a:stretch/>
        </p:blipFill>
        <p:spPr>
          <a:xfrm>
            <a:off x="10550598" y="5769631"/>
            <a:ext cx="893257" cy="895937"/>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el + Bild">
  <p:cSld name="Titel + Bild">
    <p:spTree>
      <p:nvGrpSpPr>
        <p:cNvPr id="1" name="Shape 53"/>
        <p:cNvGrpSpPr/>
        <p:nvPr/>
      </p:nvGrpSpPr>
      <p:grpSpPr>
        <a:xfrm>
          <a:off x="0" y="0"/>
          <a:ext cx="0" cy="0"/>
          <a:chOff x="0" y="0"/>
          <a:chExt cx="0" cy="0"/>
        </a:xfrm>
      </p:grpSpPr>
      <p:sp>
        <p:nvSpPr>
          <p:cNvPr id="54" name="Google Shape;54;p10"/>
          <p:cNvSpPr>
            <a:spLocks noGrp="1"/>
          </p:cNvSpPr>
          <p:nvPr>
            <p:ph type="pic" idx="2"/>
          </p:nvPr>
        </p:nvSpPr>
        <p:spPr>
          <a:xfrm>
            <a:off x="754083" y="1704822"/>
            <a:ext cx="10976598" cy="4230841"/>
          </a:xfrm>
          <a:prstGeom prst="rect">
            <a:avLst/>
          </a:prstGeom>
          <a:noFill/>
          <a:ln>
            <a:noFill/>
          </a:ln>
        </p:spPr>
      </p:sp>
      <p:sp>
        <p:nvSpPr>
          <p:cNvPr id="55" name="Google Shape;55;p10"/>
          <p:cNvSpPr txBox="1">
            <a:spLocks noGrp="1"/>
          </p:cNvSpPr>
          <p:nvPr>
            <p:ph type="title"/>
          </p:nvPr>
        </p:nvSpPr>
        <p:spPr>
          <a:xfrm>
            <a:off x="754083" y="923058"/>
            <a:ext cx="10976598" cy="781764"/>
          </a:xfrm>
          <a:prstGeom prst="rect">
            <a:avLst/>
          </a:prstGeom>
          <a:noFill/>
          <a:ln>
            <a:noFill/>
          </a:ln>
        </p:spPr>
        <p:txBody>
          <a:bodyPr spcFirstLastPara="1" wrap="square" lIns="0" tIns="0" rIns="91425" bIns="45700" anchor="t" anchorCtr="0">
            <a:noAutofit/>
          </a:bodyPr>
          <a:lstStyle>
            <a:lvl1pPr marR="0" lvl="0" algn="l" rtl="0">
              <a:lnSpc>
                <a:spcPct val="90000"/>
              </a:lnSpc>
              <a:spcBef>
                <a:spcPts val="0"/>
              </a:spcBef>
              <a:spcAft>
                <a:spcPts val="0"/>
              </a:spcAft>
              <a:buClr>
                <a:srgbClr val="004A7D"/>
              </a:buClr>
              <a:buSzPts val="2000"/>
              <a:buFont typeface="Arial"/>
              <a:buNone/>
              <a:defRPr sz="2000" b="1" i="0" u="none" strike="noStrike" cap="none">
                <a:solidFill>
                  <a:srgbClr val="004A7D"/>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pic>
        <p:nvPicPr>
          <p:cNvPr id="56" name="Google Shape;56;p10"/>
          <p:cNvPicPr preferRelativeResize="0"/>
          <p:nvPr/>
        </p:nvPicPr>
        <p:blipFill rotWithShape="1">
          <a:blip r:embed="rId2">
            <a:alphaModFix/>
          </a:blip>
          <a:srcRect/>
          <a:stretch/>
        </p:blipFill>
        <p:spPr>
          <a:xfrm>
            <a:off x="10550598" y="5769631"/>
            <a:ext cx="893257" cy="895937"/>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el + Diagramm">
  <p:cSld name="Titel + Diagramm">
    <p:spTree>
      <p:nvGrpSpPr>
        <p:cNvPr id="1" name="Shape 57"/>
        <p:cNvGrpSpPr/>
        <p:nvPr/>
      </p:nvGrpSpPr>
      <p:grpSpPr>
        <a:xfrm>
          <a:off x="0" y="0"/>
          <a:ext cx="0" cy="0"/>
          <a:chOff x="0" y="0"/>
          <a:chExt cx="0" cy="0"/>
        </a:xfrm>
      </p:grpSpPr>
      <p:sp>
        <p:nvSpPr>
          <p:cNvPr id="58" name="Google Shape;58;p11"/>
          <p:cNvSpPr txBox="1">
            <a:spLocks noGrp="1"/>
          </p:cNvSpPr>
          <p:nvPr>
            <p:ph type="title"/>
          </p:nvPr>
        </p:nvSpPr>
        <p:spPr>
          <a:xfrm>
            <a:off x="748145" y="923058"/>
            <a:ext cx="10982536" cy="781764"/>
          </a:xfrm>
          <a:prstGeom prst="rect">
            <a:avLst/>
          </a:prstGeom>
          <a:noFill/>
          <a:ln>
            <a:noFill/>
          </a:ln>
        </p:spPr>
        <p:txBody>
          <a:bodyPr spcFirstLastPara="1" wrap="square" lIns="0" tIns="0" rIns="91425" bIns="45700" anchor="t" anchorCtr="0">
            <a:noAutofit/>
          </a:bodyPr>
          <a:lstStyle>
            <a:lvl1pPr marR="0" lvl="0" algn="l" rtl="0">
              <a:lnSpc>
                <a:spcPct val="90000"/>
              </a:lnSpc>
              <a:spcBef>
                <a:spcPts val="0"/>
              </a:spcBef>
              <a:spcAft>
                <a:spcPts val="0"/>
              </a:spcAft>
              <a:buClr>
                <a:srgbClr val="004A7D"/>
              </a:buClr>
              <a:buSzPts val="2000"/>
              <a:buFont typeface="Arial"/>
              <a:buNone/>
              <a:defRPr sz="2000" b="1" i="0" u="none" strike="noStrike" cap="none">
                <a:solidFill>
                  <a:srgbClr val="004A7D"/>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9" name="Google Shape;59;p11"/>
          <p:cNvSpPr>
            <a:spLocks noGrp="1"/>
          </p:cNvSpPr>
          <p:nvPr>
            <p:ph type="chart" idx="2"/>
          </p:nvPr>
        </p:nvSpPr>
        <p:spPr>
          <a:xfrm>
            <a:off x="748145" y="1704975"/>
            <a:ext cx="10982535" cy="4230688"/>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rgbClr val="004A7D"/>
              </a:buClr>
              <a:buSzPts val="1800"/>
              <a:buFont typeface="Arial"/>
              <a:buChar char="•"/>
              <a:defRPr sz="1800" b="0" i="0" u="none" strike="noStrike" cap="none">
                <a:solidFill>
                  <a:schemeClr val="dk1"/>
                </a:solidFill>
                <a:latin typeface="Arial"/>
                <a:ea typeface="Arial"/>
                <a:cs typeface="Arial"/>
                <a:sym typeface="Arial"/>
              </a:defRPr>
            </a:lvl1pPr>
            <a:lvl2pPr marR="0" lvl="1" algn="l" rtl="0">
              <a:lnSpc>
                <a:spcPct val="90000"/>
              </a:lnSpc>
              <a:spcBef>
                <a:spcPts val="500"/>
              </a:spcBef>
              <a:spcAft>
                <a:spcPts val="0"/>
              </a:spcAft>
              <a:buClr>
                <a:srgbClr val="004A7D"/>
              </a:buClr>
              <a:buSzPts val="1600"/>
              <a:buFont typeface="Noto Sans Symbols"/>
              <a:buChar char="▪"/>
              <a:defRPr sz="1600" b="0" i="0" u="none" strike="noStrike" cap="none">
                <a:solidFill>
                  <a:schemeClr val="dk1"/>
                </a:solidFill>
                <a:latin typeface="Arial"/>
                <a:ea typeface="Arial"/>
                <a:cs typeface="Arial"/>
                <a:sym typeface="Arial"/>
              </a:defRPr>
            </a:lvl2pPr>
            <a:lvl3pPr marR="0" lvl="2" algn="l" rtl="0">
              <a:lnSpc>
                <a:spcPct val="90000"/>
              </a:lnSpc>
              <a:spcBef>
                <a:spcPts val="500"/>
              </a:spcBef>
              <a:spcAft>
                <a:spcPts val="0"/>
              </a:spcAft>
              <a:buClr>
                <a:srgbClr val="004A7D"/>
              </a:buClr>
              <a:buSzPts val="1400"/>
              <a:buFont typeface="Noto Sans Symbols"/>
              <a:buChar char="▪"/>
              <a:defRPr sz="1400" b="0" i="0" u="none" strike="noStrike" cap="none">
                <a:solidFill>
                  <a:schemeClr val="dk1"/>
                </a:solidFill>
                <a:latin typeface="Arial"/>
                <a:ea typeface="Arial"/>
                <a:cs typeface="Arial"/>
                <a:sym typeface="Arial"/>
              </a:defRPr>
            </a:lvl3pPr>
            <a:lvl4pPr marR="0" lvl="3" algn="l" rtl="0">
              <a:lnSpc>
                <a:spcPct val="90000"/>
              </a:lnSpc>
              <a:spcBef>
                <a:spcPts val="500"/>
              </a:spcBef>
              <a:spcAft>
                <a:spcPts val="0"/>
              </a:spcAft>
              <a:buClr>
                <a:srgbClr val="004A7D"/>
              </a:buClr>
              <a:buSzPts val="1300"/>
              <a:buFont typeface="Noto Sans Symbols"/>
              <a:buChar char="▪"/>
              <a:defRPr sz="1300" b="0" i="0" u="none" strike="noStrike" cap="none">
                <a:solidFill>
                  <a:schemeClr val="dk1"/>
                </a:solidFill>
                <a:latin typeface="Arial"/>
                <a:ea typeface="Arial"/>
                <a:cs typeface="Arial"/>
                <a:sym typeface="Arial"/>
              </a:defRPr>
            </a:lvl4pPr>
            <a:lvl5pPr marR="0" lvl="4" algn="l" rtl="0">
              <a:lnSpc>
                <a:spcPct val="90000"/>
              </a:lnSpc>
              <a:spcBef>
                <a:spcPts val="500"/>
              </a:spcBef>
              <a:spcAft>
                <a:spcPts val="0"/>
              </a:spcAft>
              <a:buClr>
                <a:srgbClr val="004A7D"/>
              </a:buClr>
              <a:buSzPts val="1300"/>
              <a:buFont typeface="Noto Sans Symbols"/>
              <a:buChar char="▪"/>
              <a:defRPr sz="1300" b="0" i="0" u="none" strike="noStrike" cap="none">
                <a:solidFill>
                  <a:schemeClr val="dk1"/>
                </a:solidFill>
                <a:latin typeface="Arial"/>
                <a:ea typeface="Arial"/>
                <a:cs typeface="Arial"/>
                <a:sym typeface="Arial"/>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pic>
        <p:nvPicPr>
          <p:cNvPr id="60" name="Google Shape;60;p11"/>
          <p:cNvPicPr preferRelativeResize="0"/>
          <p:nvPr/>
        </p:nvPicPr>
        <p:blipFill rotWithShape="1">
          <a:blip r:embed="rId2">
            <a:alphaModFix/>
          </a:blip>
          <a:srcRect/>
          <a:stretch/>
        </p:blipFill>
        <p:spPr>
          <a:xfrm>
            <a:off x="10550598" y="5769631"/>
            <a:ext cx="893257" cy="895937"/>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el + 3 Diagramme">
  <p:cSld name="Titel + 3 Diagramme">
    <p:spTree>
      <p:nvGrpSpPr>
        <p:cNvPr id="1" name="Shape 61"/>
        <p:cNvGrpSpPr/>
        <p:nvPr/>
      </p:nvGrpSpPr>
      <p:grpSpPr>
        <a:xfrm>
          <a:off x="0" y="0"/>
          <a:ext cx="0" cy="0"/>
          <a:chOff x="0" y="0"/>
          <a:chExt cx="0" cy="0"/>
        </a:xfrm>
      </p:grpSpPr>
      <p:sp>
        <p:nvSpPr>
          <p:cNvPr id="62" name="Google Shape;62;p12"/>
          <p:cNvSpPr txBox="1">
            <a:spLocks noGrp="1"/>
          </p:cNvSpPr>
          <p:nvPr>
            <p:ph type="title"/>
          </p:nvPr>
        </p:nvSpPr>
        <p:spPr>
          <a:xfrm>
            <a:off x="754083" y="923058"/>
            <a:ext cx="10976598" cy="781764"/>
          </a:xfrm>
          <a:prstGeom prst="rect">
            <a:avLst/>
          </a:prstGeom>
          <a:noFill/>
          <a:ln>
            <a:noFill/>
          </a:ln>
        </p:spPr>
        <p:txBody>
          <a:bodyPr spcFirstLastPara="1" wrap="square" lIns="0" tIns="0" rIns="91425" bIns="45700" anchor="t" anchorCtr="0">
            <a:noAutofit/>
          </a:bodyPr>
          <a:lstStyle>
            <a:lvl1pPr marR="0" lvl="0" algn="l" rtl="0">
              <a:lnSpc>
                <a:spcPct val="90000"/>
              </a:lnSpc>
              <a:spcBef>
                <a:spcPts val="0"/>
              </a:spcBef>
              <a:spcAft>
                <a:spcPts val="0"/>
              </a:spcAft>
              <a:buClr>
                <a:srgbClr val="004A7D"/>
              </a:buClr>
              <a:buSzPts val="2000"/>
              <a:buFont typeface="Arial"/>
              <a:buNone/>
              <a:defRPr sz="2000" b="1" i="0" u="none" strike="noStrike" cap="none">
                <a:solidFill>
                  <a:srgbClr val="004A7D"/>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3" name="Google Shape;63;p12"/>
          <p:cNvSpPr>
            <a:spLocks noGrp="1"/>
          </p:cNvSpPr>
          <p:nvPr>
            <p:ph type="chart" idx="2"/>
          </p:nvPr>
        </p:nvSpPr>
        <p:spPr>
          <a:xfrm>
            <a:off x="753301" y="1712981"/>
            <a:ext cx="3393426" cy="4230688"/>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rgbClr val="004A7D"/>
              </a:buClr>
              <a:buSzPts val="1800"/>
              <a:buFont typeface="Arial"/>
              <a:buChar char="•"/>
              <a:defRPr sz="1800" b="0" i="0" u="none" strike="noStrike" cap="none">
                <a:solidFill>
                  <a:schemeClr val="dk1"/>
                </a:solidFill>
                <a:latin typeface="Arial"/>
                <a:ea typeface="Arial"/>
                <a:cs typeface="Arial"/>
                <a:sym typeface="Arial"/>
              </a:defRPr>
            </a:lvl1pPr>
            <a:lvl2pPr marR="0" lvl="1" algn="l" rtl="0">
              <a:lnSpc>
                <a:spcPct val="90000"/>
              </a:lnSpc>
              <a:spcBef>
                <a:spcPts val="500"/>
              </a:spcBef>
              <a:spcAft>
                <a:spcPts val="0"/>
              </a:spcAft>
              <a:buClr>
                <a:srgbClr val="004A7D"/>
              </a:buClr>
              <a:buSzPts val="1600"/>
              <a:buFont typeface="Noto Sans Symbols"/>
              <a:buChar char="▪"/>
              <a:defRPr sz="1600" b="0" i="0" u="none" strike="noStrike" cap="none">
                <a:solidFill>
                  <a:schemeClr val="dk1"/>
                </a:solidFill>
                <a:latin typeface="Arial"/>
                <a:ea typeface="Arial"/>
                <a:cs typeface="Arial"/>
                <a:sym typeface="Arial"/>
              </a:defRPr>
            </a:lvl2pPr>
            <a:lvl3pPr marR="0" lvl="2" algn="l" rtl="0">
              <a:lnSpc>
                <a:spcPct val="90000"/>
              </a:lnSpc>
              <a:spcBef>
                <a:spcPts val="500"/>
              </a:spcBef>
              <a:spcAft>
                <a:spcPts val="0"/>
              </a:spcAft>
              <a:buClr>
                <a:srgbClr val="004A7D"/>
              </a:buClr>
              <a:buSzPts val="1400"/>
              <a:buFont typeface="Noto Sans Symbols"/>
              <a:buChar char="▪"/>
              <a:defRPr sz="1400" b="0" i="0" u="none" strike="noStrike" cap="none">
                <a:solidFill>
                  <a:schemeClr val="dk1"/>
                </a:solidFill>
                <a:latin typeface="Arial"/>
                <a:ea typeface="Arial"/>
                <a:cs typeface="Arial"/>
                <a:sym typeface="Arial"/>
              </a:defRPr>
            </a:lvl3pPr>
            <a:lvl4pPr marR="0" lvl="3" algn="l" rtl="0">
              <a:lnSpc>
                <a:spcPct val="90000"/>
              </a:lnSpc>
              <a:spcBef>
                <a:spcPts val="500"/>
              </a:spcBef>
              <a:spcAft>
                <a:spcPts val="0"/>
              </a:spcAft>
              <a:buClr>
                <a:srgbClr val="004A7D"/>
              </a:buClr>
              <a:buSzPts val="1300"/>
              <a:buFont typeface="Noto Sans Symbols"/>
              <a:buChar char="▪"/>
              <a:defRPr sz="1300" b="0" i="0" u="none" strike="noStrike" cap="none">
                <a:solidFill>
                  <a:schemeClr val="dk1"/>
                </a:solidFill>
                <a:latin typeface="Arial"/>
                <a:ea typeface="Arial"/>
                <a:cs typeface="Arial"/>
                <a:sym typeface="Arial"/>
              </a:defRPr>
            </a:lvl4pPr>
            <a:lvl5pPr marR="0" lvl="4" algn="l" rtl="0">
              <a:lnSpc>
                <a:spcPct val="90000"/>
              </a:lnSpc>
              <a:spcBef>
                <a:spcPts val="500"/>
              </a:spcBef>
              <a:spcAft>
                <a:spcPts val="0"/>
              </a:spcAft>
              <a:buClr>
                <a:srgbClr val="004A7D"/>
              </a:buClr>
              <a:buSzPts val="1300"/>
              <a:buFont typeface="Noto Sans Symbols"/>
              <a:buChar char="▪"/>
              <a:defRPr sz="1300" b="0" i="0" u="none" strike="noStrike" cap="none">
                <a:solidFill>
                  <a:schemeClr val="dk1"/>
                </a:solidFill>
                <a:latin typeface="Arial"/>
                <a:ea typeface="Arial"/>
                <a:cs typeface="Arial"/>
                <a:sym typeface="Arial"/>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64" name="Google Shape;64;p12"/>
          <p:cNvSpPr>
            <a:spLocks noGrp="1"/>
          </p:cNvSpPr>
          <p:nvPr>
            <p:ph type="chart" idx="3"/>
          </p:nvPr>
        </p:nvSpPr>
        <p:spPr>
          <a:xfrm>
            <a:off x="8344003" y="1712981"/>
            <a:ext cx="3393426" cy="4230688"/>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rgbClr val="004A7D"/>
              </a:buClr>
              <a:buSzPts val="1800"/>
              <a:buFont typeface="Arial"/>
              <a:buChar char="•"/>
              <a:defRPr sz="1800" b="0" i="0" u="none" strike="noStrike" cap="none">
                <a:solidFill>
                  <a:schemeClr val="dk1"/>
                </a:solidFill>
                <a:latin typeface="Arial"/>
                <a:ea typeface="Arial"/>
                <a:cs typeface="Arial"/>
                <a:sym typeface="Arial"/>
              </a:defRPr>
            </a:lvl1pPr>
            <a:lvl2pPr marR="0" lvl="1" algn="l" rtl="0">
              <a:lnSpc>
                <a:spcPct val="90000"/>
              </a:lnSpc>
              <a:spcBef>
                <a:spcPts val="500"/>
              </a:spcBef>
              <a:spcAft>
                <a:spcPts val="0"/>
              </a:spcAft>
              <a:buClr>
                <a:srgbClr val="004A7D"/>
              </a:buClr>
              <a:buSzPts val="1600"/>
              <a:buFont typeface="Noto Sans Symbols"/>
              <a:buChar char="▪"/>
              <a:defRPr sz="1600" b="0" i="0" u="none" strike="noStrike" cap="none">
                <a:solidFill>
                  <a:schemeClr val="dk1"/>
                </a:solidFill>
                <a:latin typeface="Arial"/>
                <a:ea typeface="Arial"/>
                <a:cs typeface="Arial"/>
                <a:sym typeface="Arial"/>
              </a:defRPr>
            </a:lvl2pPr>
            <a:lvl3pPr marR="0" lvl="2" algn="l" rtl="0">
              <a:lnSpc>
                <a:spcPct val="90000"/>
              </a:lnSpc>
              <a:spcBef>
                <a:spcPts val="500"/>
              </a:spcBef>
              <a:spcAft>
                <a:spcPts val="0"/>
              </a:spcAft>
              <a:buClr>
                <a:srgbClr val="004A7D"/>
              </a:buClr>
              <a:buSzPts val="1400"/>
              <a:buFont typeface="Noto Sans Symbols"/>
              <a:buChar char="▪"/>
              <a:defRPr sz="1400" b="0" i="0" u="none" strike="noStrike" cap="none">
                <a:solidFill>
                  <a:schemeClr val="dk1"/>
                </a:solidFill>
                <a:latin typeface="Arial"/>
                <a:ea typeface="Arial"/>
                <a:cs typeface="Arial"/>
                <a:sym typeface="Arial"/>
              </a:defRPr>
            </a:lvl3pPr>
            <a:lvl4pPr marR="0" lvl="3" algn="l" rtl="0">
              <a:lnSpc>
                <a:spcPct val="90000"/>
              </a:lnSpc>
              <a:spcBef>
                <a:spcPts val="500"/>
              </a:spcBef>
              <a:spcAft>
                <a:spcPts val="0"/>
              </a:spcAft>
              <a:buClr>
                <a:srgbClr val="004A7D"/>
              </a:buClr>
              <a:buSzPts val="1300"/>
              <a:buFont typeface="Noto Sans Symbols"/>
              <a:buChar char="▪"/>
              <a:defRPr sz="1300" b="0" i="0" u="none" strike="noStrike" cap="none">
                <a:solidFill>
                  <a:schemeClr val="dk1"/>
                </a:solidFill>
                <a:latin typeface="Arial"/>
                <a:ea typeface="Arial"/>
                <a:cs typeface="Arial"/>
                <a:sym typeface="Arial"/>
              </a:defRPr>
            </a:lvl4pPr>
            <a:lvl5pPr marR="0" lvl="4" algn="l" rtl="0">
              <a:lnSpc>
                <a:spcPct val="90000"/>
              </a:lnSpc>
              <a:spcBef>
                <a:spcPts val="500"/>
              </a:spcBef>
              <a:spcAft>
                <a:spcPts val="0"/>
              </a:spcAft>
              <a:buClr>
                <a:srgbClr val="004A7D"/>
              </a:buClr>
              <a:buSzPts val="1300"/>
              <a:buFont typeface="Noto Sans Symbols"/>
              <a:buChar char="▪"/>
              <a:defRPr sz="1300" b="0" i="0" u="none" strike="noStrike" cap="none">
                <a:solidFill>
                  <a:schemeClr val="dk1"/>
                </a:solidFill>
                <a:latin typeface="Arial"/>
                <a:ea typeface="Arial"/>
                <a:cs typeface="Arial"/>
                <a:sym typeface="Arial"/>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65" name="Google Shape;65;p12"/>
          <p:cNvSpPr>
            <a:spLocks noGrp="1"/>
          </p:cNvSpPr>
          <p:nvPr>
            <p:ph type="chart" idx="4"/>
          </p:nvPr>
        </p:nvSpPr>
        <p:spPr>
          <a:xfrm>
            <a:off x="4548652" y="1712981"/>
            <a:ext cx="3393426" cy="4230688"/>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rgbClr val="004A7D"/>
              </a:buClr>
              <a:buSzPts val="1800"/>
              <a:buFont typeface="Arial"/>
              <a:buChar char="•"/>
              <a:defRPr sz="1800" b="0" i="0" u="none" strike="noStrike" cap="none">
                <a:solidFill>
                  <a:schemeClr val="dk1"/>
                </a:solidFill>
                <a:latin typeface="Arial"/>
                <a:ea typeface="Arial"/>
                <a:cs typeface="Arial"/>
                <a:sym typeface="Arial"/>
              </a:defRPr>
            </a:lvl1pPr>
            <a:lvl2pPr marR="0" lvl="1" algn="l" rtl="0">
              <a:lnSpc>
                <a:spcPct val="90000"/>
              </a:lnSpc>
              <a:spcBef>
                <a:spcPts val="500"/>
              </a:spcBef>
              <a:spcAft>
                <a:spcPts val="0"/>
              </a:spcAft>
              <a:buClr>
                <a:srgbClr val="004A7D"/>
              </a:buClr>
              <a:buSzPts val="1600"/>
              <a:buFont typeface="Noto Sans Symbols"/>
              <a:buChar char="▪"/>
              <a:defRPr sz="1600" b="0" i="0" u="none" strike="noStrike" cap="none">
                <a:solidFill>
                  <a:schemeClr val="dk1"/>
                </a:solidFill>
                <a:latin typeface="Arial"/>
                <a:ea typeface="Arial"/>
                <a:cs typeface="Arial"/>
                <a:sym typeface="Arial"/>
              </a:defRPr>
            </a:lvl2pPr>
            <a:lvl3pPr marR="0" lvl="2" algn="l" rtl="0">
              <a:lnSpc>
                <a:spcPct val="90000"/>
              </a:lnSpc>
              <a:spcBef>
                <a:spcPts val="500"/>
              </a:spcBef>
              <a:spcAft>
                <a:spcPts val="0"/>
              </a:spcAft>
              <a:buClr>
                <a:srgbClr val="004A7D"/>
              </a:buClr>
              <a:buSzPts val="1400"/>
              <a:buFont typeface="Noto Sans Symbols"/>
              <a:buChar char="▪"/>
              <a:defRPr sz="1400" b="0" i="0" u="none" strike="noStrike" cap="none">
                <a:solidFill>
                  <a:schemeClr val="dk1"/>
                </a:solidFill>
                <a:latin typeface="Arial"/>
                <a:ea typeface="Arial"/>
                <a:cs typeface="Arial"/>
                <a:sym typeface="Arial"/>
              </a:defRPr>
            </a:lvl3pPr>
            <a:lvl4pPr marR="0" lvl="3" algn="l" rtl="0">
              <a:lnSpc>
                <a:spcPct val="90000"/>
              </a:lnSpc>
              <a:spcBef>
                <a:spcPts val="500"/>
              </a:spcBef>
              <a:spcAft>
                <a:spcPts val="0"/>
              </a:spcAft>
              <a:buClr>
                <a:srgbClr val="004A7D"/>
              </a:buClr>
              <a:buSzPts val="1300"/>
              <a:buFont typeface="Noto Sans Symbols"/>
              <a:buChar char="▪"/>
              <a:defRPr sz="1300" b="0" i="0" u="none" strike="noStrike" cap="none">
                <a:solidFill>
                  <a:schemeClr val="dk1"/>
                </a:solidFill>
                <a:latin typeface="Arial"/>
                <a:ea typeface="Arial"/>
                <a:cs typeface="Arial"/>
                <a:sym typeface="Arial"/>
              </a:defRPr>
            </a:lvl4pPr>
            <a:lvl5pPr marR="0" lvl="4" algn="l" rtl="0">
              <a:lnSpc>
                <a:spcPct val="90000"/>
              </a:lnSpc>
              <a:spcBef>
                <a:spcPts val="500"/>
              </a:spcBef>
              <a:spcAft>
                <a:spcPts val="0"/>
              </a:spcAft>
              <a:buClr>
                <a:srgbClr val="004A7D"/>
              </a:buClr>
              <a:buSzPts val="1300"/>
              <a:buFont typeface="Noto Sans Symbols"/>
              <a:buChar char="▪"/>
              <a:defRPr sz="1300" b="0" i="0" u="none" strike="noStrike" cap="none">
                <a:solidFill>
                  <a:schemeClr val="dk1"/>
                </a:solidFill>
                <a:latin typeface="Arial"/>
                <a:ea typeface="Arial"/>
                <a:cs typeface="Arial"/>
                <a:sym typeface="Arial"/>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pic>
        <p:nvPicPr>
          <p:cNvPr id="66" name="Google Shape;66;p12"/>
          <p:cNvPicPr preferRelativeResize="0"/>
          <p:nvPr/>
        </p:nvPicPr>
        <p:blipFill rotWithShape="1">
          <a:blip r:embed="rId2">
            <a:alphaModFix/>
          </a:blip>
          <a:srcRect/>
          <a:stretch/>
        </p:blipFill>
        <p:spPr>
          <a:xfrm>
            <a:off x="10550598" y="5769631"/>
            <a:ext cx="893257" cy="895937"/>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el + Tabelle">
  <p:cSld name="Titel + Tabelle">
    <p:spTree>
      <p:nvGrpSpPr>
        <p:cNvPr id="1" name="Shape 67"/>
        <p:cNvGrpSpPr/>
        <p:nvPr/>
      </p:nvGrpSpPr>
      <p:grpSpPr>
        <a:xfrm>
          <a:off x="0" y="0"/>
          <a:ext cx="0" cy="0"/>
          <a:chOff x="0" y="0"/>
          <a:chExt cx="0" cy="0"/>
        </a:xfrm>
      </p:grpSpPr>
      <p:sp>
        <p:nvSpPr>
          <p:cNvPr id="68" name="Google Shape;68;p13"/>
          <p:cNvSpPr txBox="1">
            <a:spLocks noGrp="1"/>
          </p:cNvSpPr>
          <p:nvPr>
            <p:ph type="title"/>
          </p:nvPr>
        </p:nvSpPr>
        <p:spPr>
          <a:xfrm>
            <a:off x="754083" y="923058"/>
            <a:ext cx="10976598" cy="781764"/>
          </a:xfrm>
          <a:prstGeom prst="rect">
            <a:avLst/>
          </a:prstGeom>
          <a:noFill/>
          <a:ln>
            <a:noFill/>
          </a:ln>
        </p:spPr>
        <p:txBody>
          <a:bodyPr spcFirstLastPara="1" wrap="square" lIns="0" tIns="0" rIns="91425" bIns="45700" anchor="t" anchorCtr="0">
            <a:noAutofit/>
          </a:bodyPr>
          <a:lstStyle>
            <a:lvl1pPr marR="0" lvl="0" algn="l" rtl="0">
              <a:lnSpc>
                <a:spcPct val="90000"/>
              </a:lnSpc>
              <a:spcBef>
                <a:spcPts val="0"/>
              </a:spcBef>
              <a:spcAft>
                <a:spcPts val="0"/>
              </a:spcAft>
              <a:buClr>
                <a:srgbClr val="004A7D"/>
              </a:buClr>
              <a:buSzPts val="2000"/>
              <a:buFont typeface="Arial"/>
              <a:buNone/>
              <a:defRPr sz="2000" b="1" i="0" u="none" strike="noStrike" cap="none">
                <a:solidFill>
                  <a:srgbClr val="004A7D"/>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9" name="Google Shape;69;p13"/>
          <p:cNvSpPr>
            <a:spLocks noGrp="1"/>
          </p:cNvSpPr>
          <p:nvPr>
            <p:ph type="tbl" idx="2"/>
          </p:nvPr>
        </p:nvSpPr>
        <p:spPr>
          <a:xfrm>
            <a:off x="754084" y="1704975"/>
            <a:ext cx="10976598" cy="42306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dk1"/>
              </a:buClr>
              <a:buSzPts val="1800"/>
              <a:buFont typeface="Arial"/>
              <a:buChar char="•"/>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pic>
        <p:nvPicPr>
          <p:cNvPr id="70" name="Google Shape;70;p13"/>
          <p:cNvPicPr preferRelativeResize="0"/>
          <p:nvPr/>
        </p:nvPicPr>
        <p:blipFill rotWithShape="1">
          <a:blip r:embed="rId2">
            <a:alphaModFix/>
          </a:blip>
          <a:srcRect/>
          <a:stretch/>
        </p:blipFill>
        <p:spPr>
          <a:xfrm>
            <a:off x="10550598" y="5769631"/>
            <a:ext cx="893257" cy="895937"/>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Inhalt 2-spaltig + Titel">
    <p:spTree>
      <p:nvGrpSpPr>
        <p:cNvPr id="1" name=""/>
        <p:cNvGrpSpPr/>
        <p:nvPr/>
      </p:nvGrpSpPr>
      <p:grpSpPr>
        <a:xfrm>
          <a:off x="0" y="0"/>
          <a:ext cx="0" cy="0"/>
          <a:chOff x="0" y="0"/>
          <a:chExt cx="0" cy="0"/>
        </a:xfrm>
      </p:grpSpPr>
      <p:sp>
        <p:nvSpPr>
          <p:cNvPr id="13" name="Inhaltsplatzhalter 2">
            <a:extLst>
              <a:ext uri="{FF2B5EF4-FFF2-40B4-BE49-F238E27FC236}">
                <a16:creationId xmlns:a16="http://schemas.microsoft.com/office/drawing/2014/main" id="{960BD8C6-7AB3-C64F-8C75-0984F7FD809D}"/>
              </a:ext>
            </a:extLst>
          </p:cNvPr>
          <p:cNvSpPr>
            <a:spLocks noGrp="1"/>
          </p:cNvSpPr>
          <p:nvPr>
            <p:ph idx="12"/>
          </p:nvPr>
        </p:nvSpPr>
        <p:spPr>
          <a:xfrm>
            <a:off x="748145" y="1721708"/>
            <a:ext cx="5259227" cy="4213234"/>
          </a:xfrm>
          <a:prstGeom prst="rect">
            <a:avLst/>
          </a:prstGeom>
        </p:spPr>
        <p:txBody>
          <a:bodyPr lIns="0" rIns="0"/>
          <a:lstStyle>
            <a:lvl1pPr marL="0" indent="0">
              <a:buClr>
                <a:srgbClr val="004A7D"/>
              </a:buClr>
              <a:buSzPct val="110000"/>
              <a:buFont typeface="Wingdings" pitchFamily="2" charset="2"/>
              <a:buNone/>
              <a:defRPr sz="1800">
                <a:latin typeface="+mn-lt"/>
              </a:defRPr>
            </a:lvl1pPr>
            <a:lvl2pPr marL="742950" indent="-285750">
              <a:buClr>
                <a:srgbClr val="004A7D"/>
              </a:buClr>
              <a:buSzPct val="110000"/>
              <a:buFont typeface="Arial" panose="020B0604020202020204" pitchFamily="34" charset="0"/>
              <a:buChar char="•"/>
              <a:defRPr sz="1600">
                <a:latin typeface="+mn-lt"/>
              </a:defRPr>
            </a:lvl2pPr>
            <a:lvl3pPr marL="1200150" indent="-285750">
              <a:buClr>
                <a:srgbClr val="004A7D"/>
              </a:buClr>
              <a:buSzPct val="110000"/>
              <a:buFont typeface="Arial" panose="020B0604020202020204" pitchFamily="34" charset="0"/>
              <a:buChar char="•"/>
              <a:defRPr sz="1400">
                <a:latin typeface="+mn-lt"/>
              </a:defRPr>
            </a:lvl3pPr>
            <a:lvl4pPr marL="1657350" indent="-285750">
              <a:buClr>
                <a:srgbClr val="004A7D"/>
              </a:buClr>
              <a:buSzPct val="110000"/>
              <a:buFont typeface="Arial" panose="020B0604020202020204" pitchFamily="34" charset="0"/>
              <a:buChar char="•"/>
              <a:defRPr sz="1400">
                <a:latin typeface="+mn-lt"/>
              </a:defRPr>
            </a:lvl4pPr>
            <a:lvl5pPr marL="2000250" indent="-171450">
              <a:buClr>
                <a:srgbClr val="004A7D"/>
              </a:buClr>
              <a:buSzPct val="110000"/>
              <a:buFont typeface="Arial" panose="020B0604020202020204" pitchFamily="34" charset="0"/>
              <a:buChar char="•"/>
              <a:defRPr sz="1200">
                <a:latin typeface="+mn-lt"/>
              </a:defRPr>
            </a:lvl5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16" name="Inhaltsplatzhalter 2">
            <a:extLst>
              <a:ext uri="{FF2B5EF4-FFF2-40B4-BE49-F238E27FC236}">
                <a16:creationId xmlns:a16="http://schemas.microsoft.com/office/drawing/2014/main" id="{64349417-2101-9E4F-957C-40EE9DC94BA6}"/>
              </a:ext>
            </a:extLst>
          </p:cNvPr>
          <p:cNvSpPr>
            <a:spLocks noGrp="1"/>
          </p:cNvSpPr>
          <p:nvPr>
            <p:ph idx="13"/>
          </p:nvPr>
        </p:nvSpPr>
        <p:spPr>
          <a:xfrm>
            <a:off x="6471454" y="1721708"/>
            <a:ext cx="5259227" cy="4213234"/>
          </a:xfrm>
          <a:prstGeom prst="rect">
            <a:avLst/>
          </a:prstGeom>
        </p:spPr>
        <p:txBody>
          <a:bodyPr lIns="0" rIns="0"/>
          <a:lstStyle>
            <a:lvl1pPr marL="0" indent="0">
              <a:buClr>
                <a:srgbClr val="004A7D"/>
              </a:buClr>
              <a:buSzPct val="110000"/>
              <a:buFont typeface="Wingdings" pitchFamily="2" charset="2"/>
              <a:buNone/>
              <a:defRPr sz="1800">
                <a:latin typeface="+mn-lt"/>
              </a:defRPr>
            </a:lvl1pPr>
            <a:lvl2pPr marL="685800" indent="-228600">
              <a:buClr>
                <a:srgbClr val="004A7D"/>
              </a:buClr>
              <a:buSzPct val="110000"/>
              <a:buFont typeface="Arial" panose="020B0604020202020204" pitchFamily="34" charset="0"/>
              <a:buChar char="•"/>
              <a:defRPr sz="1600">
                <a:latin typeface="+mn-lt"/>
              </a:defRPr>
            </a:lvl2pPr>
            <a:lvl3pPr marL="1143000" indent="-228600">
              <a:buClr>
                <a:srgbClr val="004A7D"/>
              </a:buClr>
              <a:buSzPct val="110000"/>
              <a:buFont typeface="Arial" panose="020B0604020202020204" pitchFamily="34" charset="0"/>
              <a:buChar char="•"/>
              <a:defRPr sz="1400">
                <a:latin typeface="+mn-lt"/>
              </a:defRPr>
            </a:lvl3pPr>
            <a:lvl4pPr marL="1600200" indent="-228600">
              <a:buClr>
                <a:srgbClr val="004A7D"/>
              </a:buClr>
              <a:buSzPct val="110000"/>
              <a:buFont typeface="Arial" panose="020B0604020202020204" pitchFamily="34" charset="0"/>
              <a:buChar char="•"/>
              <a:defRPr sz="1400">
                <a:latin typeface="+mn-lt"/>
              </a:defRPr>
            </a:lvl4pPr>
            <a:lvl5pPr marL="2057400" indent="-228600">
              <a:buClr>
                <a:srgbClr val="004A7D"/>
              </a:buClr>
              <a:buSzPct val="110000"/>
              <a:buFont typeface="Arial" panose="020B0604020202020204" pitchFamily="34" charset="0"/>
              <a:buChar char="•"/>
              <a:defRPr sz="1200">
                <a:latin typeface="+mn-lt"/>
              </a:defRPr>
            </a:lvl5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8" name="Titel 4">
            <a:extLst>
              <a:ext uri="{FF2B5EF4-FFF2-40B4-BE49-F238E27FC236}">
                <a16:creationId xmlns:a16="http://schemas.microsoft.com/office/drawing/2014/main" id="{BCAE72CF-FE3E-B44F-A41E-BFF4769C3051}"/>
              </a:ext>
            </a:extLst>
          </p:cNvPr>
          <p:cNvSpPr>
            <a:spLocks noGrp="1"/>
          </p:cNvSpPr>
          <p:nvPr>
            <p:ph type="title"/>
          </p:nvPr>
        </p:nvSpPr>
        <p:spPr>
          <a:xfrm>
            <a:off x="748145" y="923058"/>
            <a:ext cx="10982536" cy="781764"/>
          </a:xfrm>
          <a:prstGeom prst="rect">
            <a:avLst/>
          </a:prstGeom>
        </p:spPr>
        <p:txBody>
          <a:bodyPr lIns="0" tIns="0"/>
          <a:lstStyle>
            <a:lvl1pPr>
              <a:defRPr sz="2000" b="1" i="0">
                <a:solidFill>
                  <a:srgbClr val="004A7D"/>
                </a:solidFill>
                <a:latin typeface="+mn-lt"/>
              </a:defRPr>
            </a:lvl1pPr>
          </a:lstStyle>
          <a:p>
            <a:r>
              <a:rPr lang="de-DE" dirty="0"/>
              <a:t>Mastertitelformat bearbeiten</a:t>
            </a:r>
          </a:p>
        </p:txBody>
      </p:sp>
      <p:pic>
        <p:nvPicPr>
          <p:cNvPr id="6" name="Grafik 5">
            <a:extLst>
              <a:ext uri="{FF2B5EF4-FFF2-40B4-BE49-F238E27FC236}">
                <a16:creationId xmlns:a16="http://schemas.microsoft.com/office/drawing/2014/main" id="{18BE2FA2-7F9B-4F82-93BA-179F5A7A9B5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50598" y="5769631"/>
            <a:ext cx="893257" cy="895937"/>
          </a:xfrm>
          <a:prstGeom prst="rect">
            <a:avLst/>
          </a:prstGeom>
        </p:spPr>
      </p:pic>
    </p:spTree>
    <p:extLst>
      <p:ext uri="{BB962C8B-B14F-4D97-AF65-F5344CB8AC3E}">
        <p14:creationId xmlns:p14="http://schemas.microsoft.com/office/powerpoint/2010/main" val="38713984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cxnSp>
        <p:nvCxnSpPr>
          <p:cNvPr id="10" name="Google Shape;10;p1"/>
          <p:cNvCxnSpPr/>
          <p:nvPr/>
        </p:nvCxnSpPr>
        <p:spPr>
          <a:xfrm rot="10800000">
            <a:off x="760227" y="6217600"/>
            <a:ext cx="0" cy="640400"/>
          </a:xfrm>
          <a:prstGeom prst="straightConnector1">
            <a:avLst/>
          </a:prstGeom>
          <a:noFill/>
          <a:ln w="9525" cap="flat" cmpd="sng">
            <a:solidFill>
              <a:srgbClr val="004A7D"/>
            </a:solidFill>
            <a:prstDash val="solid"/>
            <a:miter lim="800000"/>
            <a:headEnd type="none" w="sm" len="sm"/>
            <a:tailEnd type="none" w="sm" len="sm"/>
          </a:ln>
        </p:spPr>
      </p:cxnSp>
      <p:sp>
        <p:nvSpPr>
          <p:cNvPr id="11" name="Google Shape;11;p1"/>
          <p:cNvSpPr txBox="1"/>
          <p:nvPr/>
        </p:nvSpPr>
        <p:spPr>
          <a:xfrm>
            <a:off x="194239" y="6274750"/>
            <a:ext cx="494764" cy="365125"/>
          </a:xfrm>
          <a:prstGeom prst="rect">
            <a:avLst/>
          </a:prstGeom>
          <a:noFill/>
          <a:ln>
            <a:noFill/>
          </a:ln>
        </p:spPr>
        <p:txBody>
          <a:bodyPr spcFirstLastPara="1" wrap="square" lIns="0" tIns="0" rIns="0" bIns="45700" anchor="t" anchorCtr="0">
            <a:noAutofit/>
          </a:bodyPr>
          <a:lstStyle/>
          <a:p>
            <a:pPr marL="0" marR="0" lvl="0" indent="0" algn="r" rtl="0">
              <a:spcBef>
                <a:spcPts val="0"/>
              </a:spcBef>
              <a:spcAft>
                <a:spcPts val="0"/>
              </a:spcAft>
              <a:buNone/>
            </a:pPr>
            <a:fld id="{00000000-1234-1234-1234-123412341234}" type="slidenum">
              <a:rPr lang="en-US" sz="1200" b="0" i="0" u="none" strike="noStrike" cap="none">
                <a:solidFill>
                  <a:srgbClr val="004A7D"/>
                </a:solidFill>
                <a:latin typeface="Arial"/>
                <a:ea typeface="Arial"/>
                <a:cs typeface="Arial"/>
                <a:sym typeface="Arial"/>
              </a:rPr>
              <a:t>‹#›</a:t>
            </a:fld>
            <a:endParaRPr sz="1200" b="0" i="0" u="none" strike="noStrike" cap="none">
              <a:solidFill>
                <a:srgbClr val="004A7D"/>
              </a:solidFill>
              <a:latin typeface="Arial"/>
              <a:ea typeface="Arial"/>
              <a:cs typeface="Arial"/>
              <a:sym typeface="Arial"/>
            </a:endParaRPr>
          </a:p>
        </p:txBody>
      </p:sp>
      <p:sp>
        <p:nvSpPr>
          <p:cNvPr id="12" name="Google Shape;12;p1"/>
          <p:cNvSpPr txBox="1"/>
          <p:nvPr/>
        </p:nvSpPr>
        <p:spPr>
          <a:xfrm>
            <a:off x="902677" y="6223950"/>
            <a:ext cx="6864875" cy="533387"/>
          </a:xfrm>
          <a:prstGeom prst="rect">
            <a:avLst/>
          </a:prstGeom>
          <a:noFill/>
          <a:ln>
            <a:noFill/>
          </a:ln>
        </p:spPr>
        <p:txBody>
          <a:bodyPr spcFirstLastPara="1" wrap="square" lIns="0" tIns="0" rIns="0" bIns="45700" anchor="t" anchorCtr="0">
            <a:noAutofit/>
          </a:bodyPr>
          <a:lstStyle/>
          <a:p>
            <a:pPr marL="0" marR="0" lvl="0" indent="0" algn="l" rtl="0">
              <a:lnSpc>
                <a:spcPct val="150000"/>
              </a:lnSpc>
              <a:spcBef>
                <a:spcPts val="0"/>
              </a:spcBef>
              <a:spcAft>
                <a:spcPts val="0"/>
              </a:spcAft>
              <a:buNone/>
            </a:pPr>
            <a:r>
              <a:rPr lang="en-US" sz="1000" b="0" i="0" u="none" strike="noStrike" cap="none">
                <a:solidFill>
                  <a:srgbClr val="004A7D"/>
                </a:solidFill>
                <a:latin typeface="Arial"/>
                <a:ea typeface="Arial"/>
                <a:cs typeface="Arial"/>
                <a:sym typeface="Arial"/>
              </a:rPr>
              <a:t>Titel &amp; Name des Lehrenden</a:t>
            </a:r>
            <a:endParaRPr/>
          </a:p>
          <a:p>
            <a:pPr marL="0" marR="0" lvl="0" indent="0" algn="l" rtl="0">
              <a:lnSpc>
                <a:spcPct val="150000"/>
              </a:lnSpc>
              <a:spcBef>
                <a:spcPts val="0"/>
              </a:spcBef>
              <a:spcAft>
                <a:spcPts val="0"/>
              </a:spcAft>
              <a:buNone/>
            </a:pPr>
            <a:r>
              <a:rPr lang="en-US" sz="1000" b="0" i="0" u="none" strike="noStrike" cap="none">
                <a:solidFill>
                  <a:srgbClr val="004A7D"/>
                </a:solidFill>
                <a:latin typeface="Arial"/>
                <a:ea typeface="Arial"/>
                <a:cs typeface="Arial"/>
                <a:sym typeface="Arial"/>
              </a:rPr>
              <a:t>Titel der Lehrveranstaltung</a:t>
            </a:r>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1" r:id="rId1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13.jpg"/><Relationship Id="rId13" Type="http://schemas.openxmlformats.org/officeDocument/2006/relationships/image" Target="../media/image18.jpg"/><Relationship Id="rId3" Type="http://schemas.openxmlformats.org/officeDocument/2006/relationships/image" Target="../media/image8.png"/><Relationship Id="rId7" Type="http://schemas.openxmlformats.org/officeDocument/2006/relationships/image" Target="../media/image12.jpg"/><Relationship Id="rId12" Type="http://schemas.openxmlformats.org/officeDocument/2006/relationships/image" Target="../media/image17.jp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1.jpg"/><Relationship Id="rId11" Type="http://schemas.openxmlformats.org/officeDocument/2006/relationships/image" Target="../media/image16.jpg"/><Relationship Id="rId5" Type="http://schemas.openxmlformats.org/officeDocument/2006/relationships/image" Target="../media/image10.jpg"/><Relationship Id="rId10" Type="http://schemas.openxmlformats.org/officeDocument/2006/relationships/image" Target="../media/image15.jpg"/><Relationship Id="rId4" Type="http://schemas.openxmlformats.org/officeDocument/2006/relationships/image" Target="../media/image9.jpg"/><Relationship Id="rId9" Type="http://schemas.openxmlformats.org/officeDocument/2006/relationships/image" Target="../media/image14.jpg"/></Relationships>
</file>

<file path=ppt/slides/_rels/slide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21.png"/></Relationships>
</file>

<file path=ppt/slides/_rels/slide6.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jpg"/><Relationship Id="rId7" Type="http://schemas.openxmlformats.org/officeDocument/2006/relationships/image" Target="../media/image26.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 Id="rId9" Type="http://schemas.openxmlformats.org/officeDocument/2006/relationships/image" Target="../media/image28.png"/></Relationships>
</file>

<file path=ppt/slides/_rels/slide7.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3.png"/></Relationships>
</file>

<file path=ppt/slides/_rels/slide1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36.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4.xml"/><Relationship Id="rId1" Type="http://schemas.openxmlformats.org/officeDocument/2006/relationships/slideLayout" Target="../slideLayouts/slideLayout3.xml"/><Relationship Id="rId5" Type="http://schemas.openxmlformats.org/officeDocument/2006/relationships/image" Target="../media/image39.png"/><Relationship Id="rId4" Type="http://schemas.openxmlformats.org/officeDocument/2006/relationships/image" Target="../media/image38.png"/></Relationships>
</file>

<file path=ppt/slides/_rels/slide1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41.png"/></Relationships>
</file>

<file path=ppt/slides/_rels/slide1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14"/>
          <p:cNvSpPr txBox="1">
            <a:spLocks noGrp="1"/>
          </p:cNvSpPr>
          <p:nvPr>
            <p:ph type="ctrTitle"/>
          </p:nvPr>
        </p:nvSpPr>
        <p:spPr>
          <a:xfrm>
            <a:off x="1333595" y="1979828"/>
            <a:ext cx="10397085" cy="1314518"/>
          </a:xfrm>
          <a:prstGeom prst="rect">
            <a:avLst/>
          </a:prstGeom>
          <a:noFill/>
          <a:ln>
            <a:noFill/>
          </a:ln>
        </p:spPr>
        <p:txBody>
          <a:bodyPr spcFirstLastPara="1" wrap="square" lIns="0" tIns="0" rIns="0" bIns="45700" anchor="t" anchorCtr="0">
            <a:normAutofit/>
          </a:bodyPr>
          <a:lstStyle/>
          <a:p>
            <a:pPr marL="0" lvl="0" indent="0" algn="l" rtl="0">
              <a:lnSpc>
                <a:spcPct val="120000"/>
              </a:lnSpc>
              <a:spcBef>
                <a:spcPts val="0"/>
              </a:spcBef>
              <a:spcAft>
                <a:spcPts val="0"/>
              </a:spcAft>
              <a:buClr>
                <a:srgbClr val="004A7D"/>
              </a:buClr>
              <a:buSzPts val="3600"/>
              <a:buFont typeface="Arial"/>
              <a:buNone/>
            </a:pPr>
            <a:r>
              <a:rPr lang="en-US" dirty="0"/>
              <a:t>Scientific Computing Project	</a:t>
            </a:r>
            <a:endParaRPr dirty="0"/>
          </a:p>
        </p:txBody>
      </p:sp>
      <p:sp>
        <p:nvSpPr>
          <p:cNvPr id="76" name="Google Shape;76;p14"/>
          <p:cNvSpPr txBox="1">
            <a:spLocks noGrp="1"/>
          </p:cNvSpPr>
          <p:nvPr>
            <p:ph type="subTitle" idx="1"/>
          </p:nvPr>
        </p:nvSpPr>
        <p:spPr>
          <a:xfrm>
            <a:off x="1333595" y="3429000"/>
            <a:ext cx="10397084" cy="999932"/>
          </a:xfrm>
          <a:prstGeom prst="rect">
            <a:avLst/>
          </a:prstGeom>
          <a:noFill/>
          <a:ln>
            <a:noFill/>
          </a:ln>
        </p:spPr>
        <p:txBody>
          <a:bodyPr spcFirstLastPara="1" wrap="square" lIns="0" tIns="0" rIns="0" bIns="45700" anchor="t" anchorCtr="0">
            <a:normAutofit/>
          </a:bodyPr>
          <a:lstStyle/>
          <a:p>
            <a:pPr marL="0" lvl="0" indent="0" algn="l" rtl="0">
              <a:lnSpc>
                <a:spcPct val="90000"/>
              </a:lnSpc>
              <a:spcBef>
                <a:spcPts val="0"/>
              </a:spcBef>
              <a:spcAft>
                <a:spcPts val="0"/>
              </a:spcAft>
              <a:buSzPts val="2600"/>
              <a:buNone/>
            </a:pPr>
            <a:r>
              <a:rPr lang="en-US" dirty="0"/>
              <a:t>by Sai Pavan Kumar Yedduri and Intekhab Alam</a:t>
            </a:r>
            <a:endParaRPr dirty="0"/>
          </a:p>
        </p:txBody>
      </p:sp>
      <p:sp>
        <p:nvSpPr>
          <p:cNvPr id="77" name="Google Shape;77;p14"/>
          <p:cNvSpPr txBox="1">
            <a:spLocks noGrp="1"/>
          </p:cNvSpPr>
          <p:nvPr>
            <p:ph type="body" idx="2"/>
          </p:nvPr>
        </p:nvSpPr>
        <p:spPr>
          <a:xfrm>
            <a:off x="1049721" y="5768578"/>
            <a:ext cx="10680958" cy="1080000"/>
          </a:xfrm>
          <a:prstGeom prst="rect">
            <a:avLst/>
          </a:prstGeom>
          <a:noFill/>
          <a:ln>
            <a:noFill/>
          </a:ln>
        </p:spPr>
        <p:txBody>
          <a:bodyPr spcFirstLastPara="1" wrap="square" lIns="91425" tIns="45700" rIns="91425" bIns="45700" anchor="t" anchorCtr="0">
            <a:noAutofit/>
          </a:bodyPr>
          <a:lstStyle/>
          <a:p>
            <a:pPr marL="228600" lvl="0" indent="-114300" algn="l" rtl="0">
              <a:lnSpc>
                <a:spcPct val="90000"/>
              </a:lnSpc>
              <a:spcBef>
                <a:spcPts val="0"/>
              </a:spcBef>
              <a:spcAft>
                <a:spcPts val="0"/>
              </a:spcAft>
              <a:buSzPts val="1800"/>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15"/>
          <p:cNvSpPr txBox="1">
            <a:spLocks noGrp="1"/>
          </p:cNvSpPr>
          <p:nvPr>
            <p:ph type="title"/>
          </p:nvPr>
        </p:nvSpPr>
        <p:spPr>
          <a:xfrm>
            <a:off x="838200" y="365125"/>
            <a:ext cx="10515600" cy="704601"/>
          </a:xfrm>
          <a:prstGeom prst="rect">
            <a:avLst/>
          </a:prstGeom>
          <a:noFill/>
          <a:ln>
            <a:noFill/>
          </a:ln>
        </p:spPr>
        <p:txBody>
          <a:bodyPr spcFirstLastPara="1" wrap="square" lIns="0" tIns="0" rIns="91425" bIns="45700" anchor="t" anchorCtr="0">
            <a:normAutofit/>
          </a:bodyPr>
          <a:lstStyle/>
          <a:p>
            <a:pPr marL="0" lvl="0" indent="0" algn="l" rtl="0">
              <a:lnSpc>
                <a:spcPct val="90000"/>
              </a:lnSpc>
              <a:spcBef>
                <a:spcPts val="0"/>
              </a:spcBef>
              <a:spcAft>
                <a:spcPts val="0"/>
              </a:spcAft>
              <a:buClr>
                <a:srgbClr val="004A7D"/>
              </a:buClr>
              <a:buSzPts val="3800"/>
              <a:buFont typeface="Times New Roman"/>
              <a:buNone/>
            </a:pPr>
            <a:r>
              <a:rPr lang="en-US" sz="3800">
                <a:latin typeface="Times New Roman"/>
                <a:ea typeface="Times New Roman"/>
                <a:cs typeface="Times New Roman"/>
                <a:sym typeface="Times New Roman"/>
              </a:rPr>
              <a:t>Captured Dataset</a:t>
            </a:r>
            <a:endParaRPr/>
          </a:p>
        </p:txBody>
      </p:sp>
      <p:sp>
        <p:nvSpPr>
          <p:cNvPr id="83" name="Google Shape;83;p15"/>
          <p:cNvSpPr txBox="1"/>
          <p:nvPr/>
        </p:nvSpPr>
        <p:spPr>
          <a:xfrm>
            <a:off x="838200" y="1172614"/>
            <a:ext cx="5181600" cy="4923386"/>
          </a:xfrm>
          <a:prstGeom prst="rect">
            <a:avLst/>
          </a:prstGeom>
          <a:noFill/>
          <a:ln>
            <a:noFill/>
          </a:ln>
        </p:spPr>
        <p:txBody>
          <a:bodyPr spcFirstLastPara="1" wrap="square" lIns="91425" tIns="45700" rIns="91425" bIns="45700" anchor="t" anchorCtr="0">
            <a:normAutofit lnSpcReduction="10000"/>
          </a:bodyPr>
          <a:lstStyle/>
          <a:p>
            <a:pPr marL="228600" marR="0" lvl="0" indent="-228600" algn="l" rtl="0">
              <a:lnSpc>
                <a:spcPct val="90000"/>
              </a:lnSpc>
              <a:spcBef>
                <a:spcPts val="0"/>
              </a:spcBef>
              <a:spcAft>
                <a:spcPts val="0"/>
              </a:spcAft>
              <a:buClr>
                <a:srgbClr val="004A7D"/>
              </a:buClr>
              <a:buSzPts val="1600"/>
              <a:buFont typeface="Noto Sans Symbols"/>
              <a:buChar char="▪"/>
            </a:pPr>
            <a:r>
              <a:rPr lang="en-US" sz="1600" b="0" i="0" u="none" strike="noStrike" cap="none">
                <a:solidFill>
                  <a:schemeClr val="dk1"/>
                </a:solidFill>
                <a:latin typeface="Times New Roman"/>
                <a:ea typeface="Times New Roman"/>
                <a:cs typeface="Times New Roman"/>
                <a:sym typeface="Times New Roman"/>
              </a:rPr>
              <a:t>Captured 10 categories of real-world images comprising of bike, bottle, chair, cup, fork, knife, plant, shoe, spoon and t-shirt.</a:t>
            </a:r>
            <a:endParaRPr/>
          </a:p>
          <a:p>
            <a:pPr marL="0" marR="0" lvl="0" indent="0" algn="l" rtl="0">
              <a:lnSpc>
                <a:spcPct val="90000"/>
              </a:lnSpc>
              <a:spcBef>
                <a:spcPts val="1000"/>
              </a:spcBef>
              <a:spcAft>
                <a:spcPts val="0"/>
              </a:spcAft>
              <a:buClr>
                <a:srgbClr val="004A7D"/>
              </a:buClr>
              <a:buSzPts val="1600"/>
              <a:buFont typeface="Noto Sans Symbols"/>
              <a:buNone/>
            </a:pPr>
            <a:endParaRPr sz="1600" b="0" i="0" u="none" strike="noStrike" cap="none">
              <a:solidFill>
                <a:schemeClr val="dk1"/>
              </a:solidFill>
              <a:latin typeface="Times New Roman"/>
              <a:ea typeface="Times New Roman"/>
              <a:cs typeface="Times New Roman"/>
              <a:sym typeface="Times New Roman"/>
            </a:endParaRPr>
          </a:p>
          <a:p>
            <a:pPr marL="0" marR="0" lvl="0" indent="0" algn="l" rtl="0">
              <a:lnSpc>
                <a:spcPct val="90000"/>
              </a:lnSpc>
              <a:spcBef>
                <a:spcPts val="1000"/>
              </a:spcBef>
              <a:spcAft>
                <a:spcPts val="0"/>
              </a:spcAft>
              <a:buClr>
                <a:srgbClr val="004A7D"/>
              </a:buClr>
              <a:buSzPts val="1600"/>
              <a:buFont typeface="Noto Sans Symbols"/>
              <a:buNone/>
            </a:pPr>
            <a:endParaRPr sz="1600" b="0" i="0" u="none" strike="noStrike" cap="none">
              <a:solidFill>
                <a:schemeClr val="dk1"/>
              </a:solidFill>
              <a:latin typeface="Times New Roman"/>
              <a:ea typeface="Times New Roman"/>
              <a:cs typeface="Times New Roman"/>
              <a:sym typeface="Times New Roman"/>
            </a:endParaRPr>
          </a:p>
          <a:p>
            <a:pPr marL="228600" marR="0" lvl="0" indent="-228600" algn="l" rtl="0">
              <a:lnSpc>
                <a:spcPct val="90000"/>
              </a:lnSpc>
              <a:spcBef>
                <a:spcPts val="1000"/>
              </a:spcBef>
              <a:spcAft>
                <a:spcPts val="0"/>
              </a:spcAft>
              <a:buClr>
                <a:srgbClr val="004A7D"/>
              </a:buClr>
              <a:buSzPts val="1600"/>
              <a:buFont typeface="Noto Sans Symbols"/>
              <a:buChar char="▪"/>
            </a:pPr>
            <a:r>
              <a:rPr lang="en-US" sz="1600" b="0" i="0" u="none" strike="noStrike" cap="none">
                <a:solidFill>
                  <a:schemeClr val="dk1"/>
                </a:solidFill>
                <a:latin typeface="Times New Roman"/>
                <a:ea typeface="Times New Roman"/>
                <a:cs typeface="Times New Roman"/>
                <a:sym typeface="Times New Roman"/>
              </a:rPr>
              <a:t>Images are Independent and Identically distributed as they were captured across different categories from various perspectives, orientations, height, width,  and resolution.</a:t>
            </a:r>
            <a:endParaRPr/>
          </a:p>
          <a:p>
            <a:pPr marL="0" marR="0" lvl="0" indent="0" algn="l" rtl="0">
              <a:lnSpc>
                <a:spcPct val="90000"/>
              </a:lnSpc>
              <a:spcBef>
                <a:spcPts val="1000"/>
              </a:spcBef>
              <a:spcAft>
                <a:spcPts val="0"/>
              </a:spcAft>
              <a:buClr>
                <a:srgbClr val="004A7D"/>
              </a:buClr>
              <a:buSzPts val="1600"/>
              <a:buFont typeface="Noto Sans Symbols"/>
              <a:buNone/>
            </a:pPr>
            <a:endParaRPr sz="1600" b="0" i="0" u="none" strike="noStrike" cap="none">
              <a:solidFill>
                <a:schemeClr val="dk1"/>
              </a:solidFill>
              <a:latin typeface="Times New Roman"/>
              <a:ea typeface="Times New Roman"/>
              <a:cs typeface="Times New Roman"/>
              <a:sym typeface="Times New Roman"/>
            </a:endParaRPr>
          </a:p>
          <a:p>
            <a:pPr marL="0" marR="0" lvl="0" indent="0" algn="l" rtl="0">
              <a:lnSpc>
                <a:spcPct val="90000"/>
              </a:lnSpc>
              <a:spcBef>
                <a:spcPts val="1000"/>
              </a:spcBef>
              <a:spcAft>
                <a:spcPts val="0"/>
              </a:spcAft>
              <a:buClr>
                <a:srgbClr val="004A7D"/>
              </a:buClr>
              <a:buSzPts val="1600"/>
              <a:buFont typeface="Noto Sans Symbols"/>
              <a:buNone/>
            </a:pPr>
            <a:endParaRPr sz="1600" b="0" i="0" u="none" strike="noStrike" cap="none">
              <a:solidFill>
                <a:schemeClr val="dk1"/>
              </a:solidFill>
              <a:latin typeface="Times New Roman"/>
              <a:ea typeface="Times New Roman"/>
              <a:cs typeface="Times New Roman"/>
              <a:sym typeface="Times New Roman"/>
            </a:endParaRPr>
          </a:p>
          <a:p>
            <a:pPr marL="228600" marR="0" lvl="0" indent="-228600" algn="l" rtl="0">
              <a:lnSpc>
                <a:spcPct val="90000"/>
              </a:lnSpc>
              <a:spcBef>
                <a:spcPts val="1000"/>
              </a:spcBef>
              <a:spcAft>
                <a:spcPts val="0"/>
              </a:spcAft>
              <a:buClr>
                <a:srgbClr val="004A7D"/>
              </a:buClr>
              <a:buSzPts val="1600"/>
              <a:buFont typeface="Noto Sans Symbols"/>
              <a:buChar char="▪"/>
            </a:pPr>
            <a:r>
              <a:rPr lang="en-US" sz="1600" b="0" i="0" u="none" strike="noStrike" cap="none">
                <a:solidFill>
                  <a:schemeClr val="dk1"/>
                </a:solidFill>
                <a:latin typeface="Times New Roman"/>
                <a:ea typeface="Times New Roman"/>
                <a:cs typeface="Times New Roman"/>
                <a:sym typeface="Times New Roman"/>
              </a:rPr>
              <a:t>Captured Dataset consist of 3,804 images with near-uniform class distribution to prevent class imbalance issues during classification.</a:t>
            </a:r>
            <a:endParaRPr/>
          </a:p>
          <a:p>
            <a:pPr marL="0" marR="0" lvl="0" indent="0" algn="l" rtl="0">
              <a:lnSpc>
                <a:spcPct val="90000"/>
              </a:lnSpc>
              <a:spcBef>
                <a:spcPts val="1000"/>
              </a:spcBef>
              <a:spcAft>
                <a:spcPts val="0"/>
              </a:spcAft>
              <a:buClr>
                <a:srgbClr val="004A7D"/>
              </a:buClr>
              <a:buSzPts val="1600"/>
              <a:buFont typeface="Noto Sans Symbols"/>
              <a:buNone/>
            </a:pPr>
            <a:endParaRPr sz="1600" b="0" i="0" u="none" strike="noStrike" cap="none">
              <a:solidFill>
                <a:schemeClr val="dk1"/>
              </a:solidFill>
              <a:latin typeface="Times New Roman"/>
              <a:ea typeface="Times New Roman"/>
              <a:cs typeface="Times New Roman"/>
              <a:sym typeface="Times New Roman"/>
            </a:endParaRPr>
          </a:p>
          <a:p>
            <a:pPr marL="0" marR="0" lvl="0" indent="0" algn="l" rtl="0">
              <a:lnSpc>
                <a:spcPct val="90000"/>
              </a:lnSpc>
              <a:spcBef>
                <a:spcPts val="1000"/>
              </a:spcBef>
              <a:spcAft>
                <a:spcPts val="0"/>
              </a:spcAft>
              <a:buClr>
                <a:srgbClr val="004A7D"/>
              </a:buClr>
              <a:buSzPts val="1600"/>
              <a:buFont typeface="Noto Sans Symbols"/>
              <a:buNone/>
            </a:pPr>
            <a:endParaRPr sz="1600" b="0" i="0" u="none" strike="noStrike" cap="none">
              <a:solidFill>
                <a:schemeClr val="dk1"/>
              </a:solidFill>
              <a:latin typeface="Times New Roman"/>
              <a:ea typeface="Times New Roman"/>
              <a:cs typeface="Times New Roman"/>
              <a:sym typeface="Times New Roman"/>
            </a:endParaRPr>
          </a:p>
          <a:p>
            <a:pPr marL="228600" marR="0" lvl="0" indent="-228600" algn="l" rtl="0">
              <a:lnSpc>
                <a:spcPct val="90000"/>
              </a:lnSpc>
              <a:spcBef>
                <a:spcPts val="1000"/>
              </a:spcBef>
              <a:spcAft>
                <a:spcPts val="0"/>
              </a:spcAft>
              <a:buClr>
                <a:srgbClr val="004A7D"/>
              </a:buClr>
              <a:buSzPts val="1600"/>
              <a:buFont typeface="Noto Sans Symbols"/>
              <a:buChar char="▪"/>
            </a:pPr>
            <a:r>
              <a:rPr lang="en-US" sz="1600" b="0" i="0" u="none" strike="noStrike" cap="none">
                <a:solidFill>
                  <a:schemeClr val="dk1"/>
                </a:solidFill>
                <a:latin typeface="Times New Roman"/>
                <a:ea typeface="Times New Roman"/>
                <a:cs typeface="Times New Roman"/>
                <a:sym typeface="Times New Roman"/>
              </a:rPr>
              <a:t>The mean and standard deviation of the collected tensor images is (0.52,0.48,0.43) and (0.22,0.22,0.22) respectively.</a:t>
            </a:r>
            <a:endParaRPr/>
          </a:p>
          <a:p>
            <a:pPr marL="228600" marR="0" lvl="0" indent="-127000" algn="l" rtl="0">
              <a:lnSpc>
                <a:spcPct val="90000"/>
              </a:lnSpc>
              <a:spcBef>
                <a:spcPts val="1000"/>
              </a:spcBef>
              <a:spcAft>
                <a:spcPts val="0"/>
              </a:spcAft>
              <a:buClr>
                <a:srgbClr val="004A7D"/>
              </a:buClr>
              <a:buSzPts val="1600"/>
              <a:buFont typeface="Noto Sans Symbols"/>
              <a:buNone/>
            </a:pPr>
            <a:endParaRPr sz="1600" b="0" i="0" u="none" strike="noStrike" cap="none">
              <a:solidFill>
                <a:schemeClr val="dk1"/>
              </a:solidFill>
              <a:latin typeface="Times New Roman"/>
              <a:ea typeface="Times New Roman"/>
              <a:cs typeface="Times New Roman"/>
              <a:sym typeface="Times New Roman"/>
            </a:endParaRPr>
          </a:p>
          <a:p>
            <a:pPr marL="228600" marR="0" lvl="0" indent="-127000" algn="l" rtl="0">
              <a:lnSpc>
                <a:spcPct val="90000"/>
              </a:lnSpc>
              <a:spcBef>
                <a:spcPts val="1000"/>
              </a:spcBef>
              <a:spcAft>
                <a:spcPts val="0"/>
              </a:spcAft>
              <a:buClr>
                <a:srgbClr val="004A7D"/>
              </a:buClr>
              <a:buSzPts val="1600"/>
              <a:buFont typeface="Noto Sans Symbols"/>
              <a:buNone/>
            </a:pPr>
            <a:endParaRPr sz="1600" b="0" i="0" u="none" strike="noStrike" cap="none">
              <a:solidFill>
                <a:schemeClr val="dk1"/>
              </a:solidFill>
              <a:latin typeface="Times New Roman"/>
              <a:ea typeface="Times New Roman"/>
              <a:cs typeface="Times New Roman"/>
              <a:sym typeface="Times New Roman"/>
            </a:endParaRPr>
          </a:p>
          <a:p>
            <a:pPr marL="228600" marR="0" lvl="0" indent="-127000" algn="l" rtl="0">
              <a:lnSpc>
                <a:spcPct val="90000"/>
              </a:lnSpc>
              <a:spcBef>
                <a:spcPts val="1000"/>
              </a:spcBef>
              <a:spcAft>
                <a:spcPts val="0"/>
              </a:spcAft>
              <a:buClr>
                <a:srgbClr val="004A7D"/>
              </a:buClr>
              <a:buSzPts val="1600"/>
              <a:buFont typeface="Noto Sans Symbols"/>
              <a:buNone/>
            </a:pPr>
            <a:endParaRPr sz="1600" b="0" i="0" u="none" strike="noStrike" cap="none">
              <a:solidFill>
                <a:schemeClr val="dk1"/>
              </a:solidFill>
              <a:latin typeface="Times New Roman"/>
              <a:ea typeface="Times New Roman"/>
              <a:cs typeface="Times New Roman"/>
              <a:sym typeface="Times New Roman"/>
            </a:endParaRPr>
          </a:p>
        </p:txBody>
      </p:sp>
      <p:pic>
        <p:nvPicPr>
          <p:cNvPr id="84" name="Google Shape;84;p15"/>
          <p:cNvPicPr preferRelativeResize="0"/>
          <p:nvPr/>
        </p:nvPicPr>
        <p:blipFill rotWithShape="1">
          <a:blip r:embed="rId3">
            <a:alphaModFix/>
          </a:blip>
          <a:srcRect/>
          <a:stretch/>
        </p:blipFill>
        <p:spPr>
          <a:xfrm>
            <a:off x="6263326" y="2941054"/>
            <a:ext cx="5471546" cy="2787532"/>
          </a:xfrm>
          <a:prstGeom prst="rect">
            <a:avLst/>
          </a:prstGeom>
          <a:noFill/>
          <a:ln>
            <a:noFill/>
          </a:ln>
        </p:spPr>
      </p:pic>
      <p:pic>
        <p:nvPicPr>
          <p:cNvPr id="85" name="Google Shape;85;p15" descr="A child's bicycle leaning against a wall&#10;&#10;AI-generated content may be incorrect."/>
          <p:cNvPicPr preferRelativeResize="0"/>
          <p:nvPr/>
        </p:nvPicPr>
        <p:blipFill rotWithShape="1">
          <a:blip r:embed="rId4">
            <a:alphaModFix/>
          </a:blip>
          <a:srcRect/>
          <a:stretch/>
        </p:blipFill>
        <p:spPr>
          <a:xfrm>
            <a:off x="6414333" y="584164"/>
            <a:ext cx="785812" cy="904610"/>
          </a:xfrm>
          <a:prstGeom prst="rect">
            <a:avLst/>
          </a:prstGeom>
          <a:noFill/>
          <a:ln>
            <a:noFill/>
          </a:ln>
        </p:spPr>
      </p:pic>
      <p:pic>
        <p:nvPicPr>
          <p:cNvPr id="86" name="Google Shape;86;p15" descr="A hand holding a bottle of nacho sauce&#10;&#10;AI-generated content may be incorrect."/>
          <p:cNvPicPr preferRelativeResize="0"/>
          <p:nvPr/>
        </p:nvPicPr>
        <p:blipFill rotWithShape="1">
          <a:blip r:embed="rId5">
            <a:alphaModFix/>
          </a:blip>
          <a:srcRect/>
          <a:stretch/>
        </p:blipFill>
        <p:spPr>
          <a:xfrm>
            <a:off x="7200145" y="584164"/>
            <a:ext cx="855134" cy="904610"/>
          </a:xfrm>
          <a:prstGeom prst="rect">
            <a:avLst/>
          </a:prstGeom>
          <a:noFill/>
          <a:ln>
            <a:noFill/>
          </a:ln>
        </p:spPr>
      </p:pic>
      <p:pic>
        <p:nvPicPr>
          <p:cNvPr id="87" name="Google Shape;87;p15" descr="A chair in a room&#10;&#10;AI-generated content may be incorrect."/>
          <p:cNvPicPr preferRelativeResize="0"/>
          <p:nvPr/>
        </p:nvPicPr>
        <p:blipFill rotWithShape="1">
          <a:blip r:embed="rId6">
            <a:alphaModFix/>
          </a:blip>
          <a:srcRect/>
          <a:stretch/>
        </p:blipFill>
        <p:spPr>
          <a:xfrm>
            <a:off x="8055280" y="597827"/>
            <a:ext cx="1126066" cy="890947"/>
          </a:xfrm>
          <a:prstGeom prst="rect">
            <a:avLst/>
          </a:prstGeom>
          <a:noFill/>
          <a:ln>
            <a:noFill/>
          </a:ln>
        </p:spPr>
      </p:pic>
      <p:pic>
        <p:nvPicPr>
          <p:cNvPr id="88" name="Google Shape;88;p15" descr="A blue glass on a counter&#10;&#10;AI-generated content may be incorrect."/>
          <p:cNvPicPr preferRelativeResize="0"/>
          <p:nvPr/>
        </p:nvPicPr>
        <p:blipFill rotWithShape="1">
          <a:blip r:embed="rId7">
            <a:alphaModFix/>
          </a:blip>
          <a:srcRect/>
          <a:stretch/>
        </p:blipFill>
        <p:spPr>
          <a:xfrm>
            <a:off x="9181347" y="597828"/>
            <a:ext cx="855134" cy="904609"/>
          </a:xfrm>
          <a:prstGeom prst="rect">
            <a:avLst/>
          </a:prstGeom>
          <a:noFill/>
          <a:ln>
            <a:noFill/>
          </a:ln>
        </p:spPr>
      </p:pic>
      <p:pic>
        <p:nvPicPr>
          <p:cNvPr id="89" name="Google Shape;89;p15" descr="A fork on a cutting board&#10;&#10;AI-generated content may be incorrect."/>
          <p:cNvPicPr preferRelativeResize="0"/>
          <p:nvPr/>
        </p:nvPicPr>
        <p:blipFill rotWithShape="1">
          <a:blip r:embed="rId8">
            <a:alphaModFix/>
          </a:blip>
          <a:srcRect/>
          <a:stretch/>
        </p:blipFill>
        <p:spPr>
          <a:xfrm>
            <a:off x="6414333" y="1488774"/>
            <a:ext cx="854625" cy="1138788"/>
          </a:xfrm>
          <a:prstGeom prst="rect">
            <a:avLst/>
          </a:prstGeom>
          <a:noFill/>
          <a:ln>
            <a:noFill/>
          </a:ln>
        </p:spPr>
      </p:pic>
      <p:pic>
        <p:nvPicPr>
          <p:cNvPr id="90" name="Google Shape;90;p15" descr="A fork and knife on a table&#10;&#10;AI-generated content may be incorrect."/>
          <p:cNvPicPr preferRelativeResize="0"/>
          <p:nvPr/>
        </p:nvPicPr>
        <p:blipFill rotWithShape="1">
          <a:blip r:embed="rId9">
            <a:alphaModFix/>
          </a:blip>
          <a:srcRect/>
          <a:stretch/>
        </p:blipFill>
        <p:spPr>
          <a:xfrm>
            <a:off x="10036481" y="597827"/>
            <a:ext cx="1497460" cy="890947"/>
          </a:xfrm>
          <a:prstGeom prst="rect">
            <a:avLst/>
          </a:prstGeom>
          <a:noFill/>
          <a:ln>
            <a:noFill/>
          </a:ln>
        </p:spPr>
      </p:pic>
      <p:pic>
        <p:nvPicPr>
          <p:cNvPr id="91" name="Google Shape;91;p15" descr="A knife on a table&#10;&#10;AI-generated content may be incorrect."/>
          <p:cNvPicPr preferRelativeResize="0"/>
          <p:nvPr/>
        </p:nvPicPr>
        <p:blipFill rotWithShape="1">
          <a:blip r:embed="rId10">
            <a:alphaModFix/>
          </a:blip>
          <a:srcRect/>
          <a:stretch/>
        </p:blipFill>
        <p:spPr>
          <a:xfrm rot="5400000">
            <a:off x="7126873" y="1630856"/>
            <a:ext cx="1138789" cy="854624"/>
          </a:xfrm>
          <a:prstGeom prst="rect">
            <a:avLst/>
          </a:prstGeom>
          <a:noFill/>
          <a:ln>
            <a:noFill/>
          </a:ln>
        </p:spPr>
      </p:pic>
      <p:pic>
        <p:nvPicPr>
          <p:cNvPr id="92" name="Google Shape;92;p15"/>
          <p:cNvPicPr preferRelativeResize="0"/>
          <p:nvPr/>
        </p:nvPicPr>
        <p:blipFill rotWithShape="1">
          <a:blip r:embed="rId11">
            <a:alphaModFix/>
          </a:blip>
          <a:srcRect/>
          <a:stretch/>
        </p:blipFill>
        <p:spPr>
          <a:xfrm>
            <a:off x="10036481" y="1490194"/>
            <a:ext cx="1497460" cy="1135947"/>
          </a:xfrm>
          <a:prstGeom prst="rect">
            <a:avLst/>
          </a:prstGeom>
          <a:noFill/>
          <a:ln>
            <a:noFill/>
          </a:ln>
        </p:spPr>
      </p:pic>
      <p:pic>
        <p:nvPicPr>
          <p:cNvPr id="93" name="Google Shape;93;p15" descr="Trees with orange and yellow leaves&#10;&#10;AI-generated content may be incorrect."/>
          <p:cNvPicPr preferRelativeResize="0"/>
          <p:nvPr/>
        </p:nvPicPr>
        <p:blipFill rotWithShape="1">
          <a:blip r:embed="rId12">
            <a:alphaModFix/>
          </a:blip>
          <a:srcRect/>
          <a:stretch/>
        </p:blipFill>
        <p:spPr>
          <a:xfrm>
            <a:off x="8125044" y="1488773"/>
            <a:ext cx="1056302" cy="1138790"/>
          </a:xfrm>
          <a:prstGeom prst="rect">
            <a:avLst/>
          </a:prstGeom>
          <a:noFill/>
          <a:ln>
            <a:noFill/>
          </a:ln>
        </p:spPr>
      </p:pic>
      <p:pic>
        <p:nvPicPr>
          <p:cNvPr id="94" name="Google Shape;94;p15" descr="A person wearing a black sweatshirt&#10;&#10;AI-generated content may be incorrect."/>
          <p:cNvPicPr preferRelativeResize="0"/>
          <p:nvPr/>
        </p:nvPicPr>
        <p:blipFill rotWithShape="1">
          <a:blip r:embed="rId13">
            <a:alphaModFix/>
          </a:blip>
          <a:srcRect/>
          <a:stretch/>
        </p:blipFill>
        <p:spPr>
          <a:xfrm>
            <a:off x="9143698" y="1505086"/>
            <a:ext cx="892782" cy="1135947"/>
          </a:xfrm>
          <a:prstGeom prst="rect">
            <a:avLst/>
          </a:prstGeom>
          <a:noFill/>
          <a:ln>
            <a:noFill/>
          </a:ln>
        </p:spPr>
      </p:pic>
      <p:sp>
        <p:nvSpPr>
          <p:cNvPr id="95" name="Google Shape;95;p15"/>
          <p:cNvSpPr txBox="1"/>
          <p:nvPr/>
        </p:nvSpPr>
        <p:spPr>
          <a:xfrm>
            <a:off x="6953511" y="5728586"/>
            <a:ext cx="3399367" cy="215444"/>
          </a:xfrm>
          <a:prstGeom prst="rect">
            <a:avLst/>
          </a:prstGeom>
          <a:noFill/>
          <a:ln>
            <a:noFill/>
          </a:ln>
        </p:spPr>
        <p:txBody>
          <a:bodyPr spcFirstLastPara="1" wrap="square" lIns="91425" tIns="45700" rIns="91425" bIns="45700" anchor="t" anchorCtr="0">
            <a:spAutoFit/>
          </a:bodyPr>
          <a:lstStyle/>
          <a:p>
            <a:pPr marL="457200" marR="0" lvl="0" indent="457200" algn="l" rtl="0">
              <a:spcBef>
                <a:spcPts val="0"/>
              </a:spcBef>
              <a:spcAft>
                <a:spcPts val="0"/>
              </a:spcAft>
              <a:buClr>
                <a:srgbClr val="0E2841"/>
              </a:buClr>
              <a:buSzPts val="800"/>
              <a:buFont typeface="Times New Roman"/>
              <a:buNone/>
            </a:pPr>
            <a:r>
              <a:rPr lang="en-US" sz="800" b="0" i="1" u="none" strike="noStrike" cap="none">
                <a:solidFill>
                  <a:srgbClr val="0E2841"/>
                </a:solidFill>
                <a:latin typeface="Times New Roman"/>
                <a:ea typeface="Times New Roman"/>
                <a:cs typeface="Times New Roman"/>
                <a:sym typeface="Times New Roman"/>
              </a:rPr>
              <a:t>Figure: class distribution of images of captured dataset</a:t>
            </a:r>
            <a:endParaRPr sz="800" b="0" i="1" u="none" strike="noStrike" cap="none">
              <a:solidFill>
                <a:srgbClr val="0E2841"/>
              </a:solidFill>
              <a:latin typeface="Times New Roman"/>
              <a:ea typeface="Times New Roman"/>
              <a:cs typeface="Times New Roman"/>
              <a:sym typeface="Times New Roman"/>
            </a:endParaRPr>
          </a:p>
        </p:txBody>
      </p:sp>
      <p:sp>
        <p:nvSpPr>
          <p:cNvPr id="96" name="Google Shape;96;p15"/>
          <p:cNvSpPr txBox="1"/>
          <p:nvPr/>
        </p:nvSpPr>
        <p:spPr>
          <a:xfrm>
            <a:off x="6794501" y="2725610"/>
            <a:ext cx="3930649" cy="215444"/>
          </a:xfrm>
          <a:prstGeom prst="rect">
            <a:avLst/>
          </a:prstGeom>
          <a:noFill/>
          <a:ln>
            <a:noFill/>
          </a:ln>
        </p:spPr>
        <p:txBody>
          <a:bodyPr spcFirstLastPara="1" wrap="square" lIns="91425" tIns="45700" rIns="91425" bIns="45700" anchor="t" anchorCtr="0">
            <a:spAutoFit/>
          </a:bodyPr>
          <a:lstStyle/>
          <a:p>
            <a:pPr marL="457200" marR="0" lvl="0" indent="457200" algn="l" rtl="0">
              <a:spcBef>
                <a:spcPts val="0"/>
              </a:spcBef>
              <a:spcAft>
                <a:spcPts val="0"/>
              </a:spcAft>
              <a:buClr>
                <a:srgbClr val="0E2841"/>
              </a:buClr>
              <a:buSzPts val="800"/>
              <a:buFont typeface="Times New Roman"/>
              <a:buNone/>
            </a:pPr>
            <a:r>
              <a:rPr lang="en-US" sz="800" b="0" i="1" u="none" strike="noStrike" cap="none">
                <a:solidFill>
                  <a:srgbClr val="0E2841"/>
                </a:solidFill>
                <a:latin typeface="Times New Roman"/>
                <a:ea typeface="Times New Roman"/>
                <a:cs typeface="Times New Roman"/>
                <a:sym typeface="Times New Roman"/>
              </a:rPr>
              <a:t>Figure: Randomly selected images from the captured dataset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17"/>
          <p:cNvSpPr txBox="1">
            <a:spLocks noGrp="1"/>
          </p:cNvSpPr>
          <p:nvPr>
            <p:ph type="title"/>
          </p:nvPr>
        </p:nvSpPr>
        <p:spPr>
          <a:xfrm>
            <a:off x="770822" y="102950"/>
            <a:ext cx="10515600" cy="973196"/>
          </a:xfrm>
          <a:prstGeom prst="rect">
            <a:avLst/>
          </a:prstGeom>
          <a:noFill/>
          <a:ln>
            <a:noFill/>
          </a:ln>
        </p:spPr>
        <p:txBody>
          <a:bodyPr spcFirstLastPara="1" wrap="square" lIns="0" tIns="0" rIns="91425" bIns="45700" anchor="t" anchorCtr="0">
            <a:normAutofit/>
          </a:bodyPr>
          <a:lstStyle/>
          <a:p>
            <a:pPr marL="0" lvl="0" indent="0" algn="l" rtl="0">
              <a:lnSpc>
                <a:spcPct val="90000"/>
              </a:lnSpc>
              <a:spcBef>
                <a:spcPts val="0"/>
              </a:spcBef>
              <a:spcAft>
                <a:spcPts val="0"/>
              </a:spcAft>
              <a:buClr>
                <a:srgbClr val="004A7D"/>
              </a:buClr>
              <a:buSzPts val="3800"/>
              <a:buFont typeface="Times New Roman"/>
              <a:buNone/>
            </a:pPr>
            <a:r>
              <a:rPr lang="en-US" sz="3800">
                <a:latin typeface="Times New Roman"/>
                <a:ea typeface="Times New Roman"/>
                <a:cs typeface="Times New Roman"/>
                <a:sym typeface="Times New Roman"/>
              </a:rPr>
              <a:t>Preprocessing: Preparation of Augmented Dataset</a:t>
            </a:r>
            <a:endParaRPr/>
          </a:p>
        </p:txBody>
      </p:sp>
      <p:sp>
        <p:nvSpPr>
          <p:cNvPr id="109" name="Google Shape;109;p17"/>
          <p:cNvSpPr txBox="1"/>
          <p:nvPr/>
        </p:nvSpPr>
        <p:spPr>
          <a:xfrm>
            <a:off x="770822" y="1231262"/>
            <a:ext cx="6669505" cy="5037189"/>
          </a:xfrm>
          <a:prstGeom prst="rect">
            <a:avLst/>
          </a:prstGeom>
          <a:noFill/>
          <a:ln>
            <a:noFill/>
          </a:ln>
        </p:spPr>
        <p:txBody>
          <a:bodyPr spcFirstLastPara="1" wrap="square" lIns="91425" tIns="45700" rIns="91425" bIns="45700" anchor="t" anchorCtr="0">
            <a:normAutofit/>
          </a:bodyPr>
          <a:lstStyle/>
          <a:p>
            <a:pPr marL="228600" marR="0" lvl="0" indent="-228600" algn="l" rtl="0">
              <a:lnSpc>
                <a:spcPct val="90000"/>
              </a:lnSpc>
              <a:spcBef>
                <a:spcPts val="0"/>
              </a:spcBef>
              <a:spcAft>
                <a:spcPts val="0"/>
              </a:spcAft>
              <a:buClr>
                <a:srgbClr val="004A7D"/>
              </a:buClr>
              <a:buSzPts val="1600"/>
              <a:buFont typeface="Noto Sans Symbols"/>
              <a:buChar char="▪"/>
            </a:pPr>
            <a:r>
              <a:rPr lang="en-US" sz="1600" b="0" i="0" u="none" strike="noStrike" cap="none">
                <a:solidFill>
                  <a:schemeClr val="dk1"/>
                </a:solidFill>
                <a:latin typeface="Times New Roman"/>
                <a:ea typeface="Times New Roman"/>
                <a:cs typeface="Times New Roman"/>
                <a:sym typeface="Times New Roman"/>
              </a:rPr>
              <a:t>Initially, each class of the captured dataset was split into train data(80%) and test data(20%).</a:t>
            </a:r>
            <a:endParaRPr/>
          </a:p>
          <a:p>
            <a:pPr marL="228600" marR="0" lvl="0" indent="-127000" algn="l" rtl="0">
              <a:lnSpc>
                <a:spcPct val="90000"/>
              </a:lnSpc>
              <a:spcBef>
                <a:spcPts val="1000"/>
              </a:spcBef>
              <a:spcAft>
                <a:spcPts val="0"/>
              </a:spcAft>
              <a:buClr>
                <a:srgbClr val="004A7D"/>
              </a:buClr>
              <a:buSzPts val="1600"/>
              <a:buFont typeface="Noto Sans Symbols"/>
              <a:buNone/>
            </a:pPr>
            <a:endParaRPr sz="1600" b="0" i="0" u="none" strike="noStrike" cap="none">
              <a:solidFill>
                <a:schemeClr val="dk1"/>
              </a:solidFill>
              <a:latin typeface="Times New Roman"/>
              <a:ea typeface="Times New Roman"/>
              <a:cs typeface="Times New Roman"/>
              <a:sym typeface="Times New Roman"/>
            </a:endParaRPr>
          </a:p>
          <a:p>
            <a:pPr marL="228600" marR="0" lvl="0" indent="-228600" algn="l" rtl="0">
              <a:lnSpc>
                <a:spcPct val="90000"/>
              </a:lnSpc>
              <a:spcBef>
                <a:spcPts val="1000"/>
              </a:spcBef>
              <a:spcAft>
                <a:spcPts val="0"/>
              </a:spcAft>
              <a:buClr>
                <a:srgbClr val="004A7D"/>
              </a:buClr>
              <a:buSzPts val="1600"/>
              <a:buFont typeface="Noto Sans Symbols"/>
              <a:buChar char="▪"/>
            </a:pPr>
            <a:r>
              <a:rPr lang="en-US" sz="1600" b="0" i="0" u="none" strike="noStrike" cap="none">
                <a:solidFill>
                  <a:schemeClr val="dk1"/>
                </a:solidFill>
                <a:latin typeface="Times New Roman"/>
                <a:ea typeface="Times New Roman"/>
                <a:cs typeface="Times New Roman"/>
                <a:sym typeface="Times New Roman"/>
              </a:rPr>
              <a:t>All images are resized to (224, 224)  to ensure good balance between feature extraction and computational efficiency.</a:t>
            </a:r>
            <a:endParaRPr/>
          </a:p>
          <a:p>
            <a:pPr marL="228600" marR="0" lvl="0" indent="-127000" algn="l" rtl="0">
              <a:lnSpc>
                <a:spcPct val="90000"/>
              </a:lnSpc>
              <a:spcBef>
                <a:spcPts val="1000"/>
              </a:spcBef>
              <a:spcAft>
                <a:spcPts val="0"/>
              </a:spcAft>
              <a:buClr>
                <a:srgbClr val="004A7D"/>
              </a:buClr>
              <a:buSzPts val="1600"/>
              <a:buFont typeface="Noto Sans Symbols"/>
              <a:buNone/>
            </a:pPr>
            <a:endParaRPr sz="1600" b="0" i="0" u="none" strike="noStrike" cap="none">
              <a:solidFill>
                <a:schemeClr val="dk1"/>
              </a:solidFill>
              <a:latin typeface="Times New Roman"/>
              <a:ea typeface="Times New Roman"/>
              <a:cs typeface="Times New Roman"/>
              <a:sym typeface="Times New Roman"/>
            </a:endParaRPr>
          </a:p>
          <a:p>
            <a:pPr marL="228600" marR="0" lvl="0" indent="-228600" algn="l" rtl="0">
              <a:lnSpc>
                <a:spcPct val="90000"/>
              </a:lnSpc>
              <a:spcBef>
                <a:spcPts val="1000"/>
              </a:spcBef>
              <a:spcAft>
                <a:spcPts val="0"/>
              </a:spcAft>
              <a:buClr>
                <a:srgbClr val="004A7D"/>
              </a:buClr>
              <a:buSzPts val="1600"/>
              <a:buFont typeface="Noto Sans Symbols"/>
              <a:buChar char="▪"/>
            </a:pPr>
            <a:r>
              <a:rPr lang="en-US" sz="1600" b="0" i="0" u="none" strike="noStrike" cap="none">
                <a:solidFill>
                  <a:schemeClr val="dk1"/>
                </a:solidFill>
                <a:latin typeface="Times New Roman"/>
                <a:ea typeface="Times New Roman"/>
                <a:cs typeface="Times New Roman"/>
                <a:sym typeface="Times New Roman"/>
              </a:rPr>
              <a:t>Further, captured training image database is augmented through a set of random transformations(horizontal, ±30 degrees rotation , color variations) to increase the data as well as increase the randomness in the images.</a:t>
            </a:r>
            <a:endParaRPr/>
          </a:p>
          <a:p>
            <a:pPr marL="228600" marR="0" lvl="0" indent="-127000" algn="l" rtl="0">
              <a:lnSpc>
                <a:spcPct val="90000"/>
              </a:lnSpc>
              <a:spcBef>
                <a:spcPts val="1000"/>
              </a:spcBef>
              <a:spcAft>
                <a:spcPts val="0"/>
              </a:spcAft>
              <a:buClr>
                <a:srgbClr val="004A7D"/>
              </a:buClr>
              <a:buSzPts val="1600"/>
              <a:buFont typeface="Noto Sans Symbols"/>
              <a:buNone/>
            </a:pPr>
            <a:endParaRPr sz="1600" b="0" i="0" u="none" strike="noStrike" cap="none">
              <a:solidFill>
                <a:schemeClr val="dk1"/>
              </a:solidFill>
              <a:latin typeface="Times New Roman"/>
              <a:ea typeface="Times New Roman"/>
              <a:cs typeface="Times New Roman"/>
              <a:sym typeface="Times New Roman"/>
            </a:endParaRPr>
          </a:p>
          <a:p>
            <a:pPr marL="228600" marR="0" lvl="0" indent="-228600" algn="l" rtl="0">
              <a:lnSpc>
                <a:spcPct val="90000"/>
              </a:lnSpc>
              <a:spcBef>
                <a:spcPts val="1000"/>
              </a:spcBef>
              <a:spcAft>
                <a:spcPts val="0"/>
              </a:spcAft>
              <a:buClr>
                <a:srgbClr val="004A7D"/>
              </a:buClr>
              <a:buSzPts val="1600"/>
              <a:buFont typeface="Noto Sans Symbols"/>
              <a:buChar char="▪"/>
            </a:pPr>
            <a:r>
              <a:rPr lang="en-US" sz="1600" b="0" i="0" u="none" strike="noStrike" cap="none">
                <a:solidFill>
                  <a:schemeClr val="dk1"/>
                </a:solidFill>
                <a:latin typeface="Times New Roman"/>
                <a:ea typeface="Times New Roman"/>
                <a:cs typeface="Times New Roman"/>
                <a:sym typeface="Times New Roman"/>
              </a:rPr>
              <a:t>Finally, images are converted to tensors with more than 3 dimensions, as deep learning models(like Resnet -50) categorize images into (No. batches, No. of channels, Height of image, Width of image).</a:t>
            </a:r>
            <a:endParaRPr/>
          </a:p>
          <a:p>
            <a:pPr marL="228600" marR="0" lvl="0" indent="-127000" algn="l" rtl="0">
              <a:lnSpc>
                <a:spcPct val="90000"/>
              </a:lnSpc>
              <a:spcBef>
                <a:spcPts val="1000"/>
              </a:spcBef>
              <a:spcAft>
                <a:spcPts val="0"/>
              </a:spcAft>
              <a:buClr>
                <a:srgbClr val="004A7D"/>
              </a:buClr>
              <a:buSzPts val="1600"/>
              <a:buFont typeface="Noto Sans Symbols"/>
              <a:buNone/>
            </a:pPr>
            <a:endParaRPr sz="1600" b="0" i="0" u="none" strike="noStrike" cap="none">
              <a:solidFill>
                <a:schemeClr val="dk1"/>
              </a:solidFill>
              <a:latin typeface="Times New Roman"/>
              <a:ea typeface="Times New Roman"/>
              <a:cs typeface="Times New Roman"/>
              <a:sym typeface="Times New Roman"/>
            </a:endParaRPr>
          </a:p>
          <a:p>
            <a:pPr marL="228600" marR="0" lvl="0" indent="-228600" algn="l" rtl="0">
              <a:lnSpc>
                <a:spcPct val="90000"/>
              </a:lnSpc>
              <a:spcBef>
                <a:spcPts val="1000"/>
              </a:spcBef>
              <a:spcAft>
                <a:spcPts val="0"/>
              </a:spcAft>
              <a:buClr>
                <a:srgbClr val="004A7D"/>
              </a:buClr>
              <a:buSzPts val="1600"/>
              <a:buFont typeface="Noto Sans Symbols"/>
              <a:buChar char="▪"/>
            </a:pPr>
            <a:r>
              <a:rPr lang="en-US" sz="1600" b="0" i="0" u="none" strike="noStrike" cap="none">
                <a:solidFill>
                  <a:schemeClr val="dk1"/>
                </a:solidFill>
                <a:latin typeface="Times New Roman"/>
                <a:ea typeface="Times New Roman"/>
                <a:cs typeface="Times New Roman"/>
                <a:sym typeface="Times New Roman"/>
              </a:rPr>
              <a:t>Images are loaded and transformed through batch loading of images to save computational memory in various systems.</a:t>
            </a:r>
            <a:endParaRPr/>
          </a:p>
          <a:p>
            <a:pPr marL="228600" marR="0" lvl="0" indent="-127000" algn="l" rtl="0">
              <a:lnSpc>
                <a:spcPct val="90000"/>
              </a:lnSpc>
              <a:spcBef>
                <a:spcPts val="1000"/>
              </a:spcBef>
              <a:spcAft>
                <a:spcPts val="0"/>
              </a:spcAft>
              <a:buClr>
                <a:srgbClr val="004A7D"/>
              </a:buClr>
              <a:buSzPts val="1600"/>
              <a:buFont typeface="Noto Sans Symbols"/>
              <a:buNone/>
            </a:pPr>
            <a:endParaRPr sz="1600" b="0" i="0" u="none" strike="noStrike" cap="none">
              <a:solidFill>
                <a:schemeClr val="dk1"/>
              </a:solidFill>
              <a:latin typeface="Times New Roman"/>
              <a:ea typeface="Times New Roman"/>
              <a:cs typeface="Times New Roman"/>
              <a:sym typeface="Times New Roman"/>
            </a:endParaRPr>
          </a:p>
          <a:p>
            <a:pPr marL="228600" marR="0" lvl="0" indent="-127000" algn="l" rtl="0">
              <a:lnSpc>
                <a:spcPct val="90000"/>
              </a:lnSpc>
              <a:spcBef>
                <a:spcPts val="1000"/>
              </a:spcBef>
              <a:spcAft>
                <a:spcPts val="0"/>
              </a:spcAft>
              <a:buClr>
                <a:srgbClr val="004A7D"/>
              </a:buClr>
              <a:buSzPts val="1600"/>
              <a:buFont typeface="Noto Sans Symbols"/>
              <a:buNone/>
            </a:pPr>
            <a:endParaRPr sz="1600" b="0" i="0" u="none" strike="noStrike" cap="none">
              <a:solidFill>
                <a:schemeClr val="dk1"/>
              </a:solidFill>
              <a:latin typeface="Times New Roman"/>
              <a:ea typeface="Times New Roman"/>
              <a:cs typeface="Times New Roman"/>
              <a:sym typeface="Times New Roman"/>
            </a:endParaRPr>
          </a:p>
        </p:txBody>
      </p:sp>
      <p:pic>
        <p:nvPicPr>
          <p:cNvPr id="110" name="Google Shape;110;p17" descr="A diagram of a computer process&#10;&#10;AI-generated content may be incorrect."/>
          <p:cNvPicPr preferRelativeResize="0"/>
          <p:nvPr/>
        </p:nvPicPr>
        <p:blipFill rotWithShape="1">
          <a:blip r:embed="rId3">
            <a:alphaModFix/>
          </a:blip>
          <a:srcRect t="4662" r="10253"/>
          <a:stretch/>
        </p:blipFill>
        <p:spPr>
          <a:xfrm>
            <a:off x="7354385" y="816429"/>
            <a:ext cx="3932037" cy="4810309"/>
          </a:xfrm>
          <a:prstGeom prst="rect">
            <a:avLst/>
          </a:prstGeom>
          <a:noFill/>
          <a:ln>
            <a:noFill/>
          </a:ln>
        </p:spPr>
      </p:pic>
      <p:sp>
        <p:nvSpPr>
          <p:cNvPr id="111" name="Google Shape;111;p17"/>
          <p:cNvSpPr txBox="1"/>
          <p:nvPr/>
        </p:nvSpPr>
        <p:spPr>
          <a:xfrm>
            <a:off x="6674618" y="5519016"/>
            <a:ext cx="5050610" cy="215444"/>
          </a:xfrm>
          <a:prstGeom prst="rect">
            <a:avLst/>
          </a:prstGeom>
          <a:noFill/>
          <a:ln>
            <a:noFill/>
          </a:ln>
        </p:spPr>
        <p:txBody>
          <a:bodyPr spcFirstLastPara="1" wrap="square" lIns="91425" tIns="45700" rIns="91425" bIns="45700" anchor="t" anchorCtr="0">
            <a:spAutoFit/>
          </a:bodyPr>
          <a:lstStyle/>
          <a:p>
            <a:pPr marL="457200" marR="0" lvl="0" indent="457200" algn="l" rtl="0">
              <a:spcBef>
                <a:spcPts val="0"/>
              </a:spcBef>
              <a:spcAft>
                <a:spcPts val="0"/>
              </a:spcAft>
              <a:buClr>
                <a:srgbClr val="0E2841"/>
              </a:buClr>
              <a:buSzPts val="800"/>
              <a:buFont typeface="Times New Roman"/>
              <a:buNone/>
            </a:pPr>
            <a:r>
              <a:rPr lang="en-US" sz="800" b="0" i="1" u="none" strike="noStrike" cap="none">
                <a:solidFill>
                  <a:srgbClr val="0E2841"/>
                </a:solidFill>
                <a:latin typeface="Times New Roman"/>
                <a:ea typeface="Times New Roman"/>
                <a:cs typeface="Times New Roman"/>
                <a:sym typeface="Times New Roman"/>
              </a:rPr>
              <a:t>Figure: Flowchart indicating the steps for preparation of augmented train data and test data</a:t>
            </a:r>
            <a:endParaRPr sz="800" b="0" i="1" u="none" strike="noStrike" cap="none">
              <a:solidFill>
                <a:srgbClr val="0E284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19"/>
          <p:cNvSpPr txBox="1">
            <a:spLocks noGrp="1"/>
          </p:cNvSpPr>
          <p:nvPr>
            <p:ph type="body" idx="2"/>
          </p:nvPr>
        </p:nvSpPr>
        <p:spPr>
          <a:xfrm>
            <a:off x="6471454" y="1721708"/>
            <a:ext cx="5259300" cy="4213200"/>
          </a:xfrm>
          <a:prstGeom prst="rect">
            <a:avLst/>
          </a:prstGeom>
        </p:spPr>
        <p:txBody>
          <a:bodyPr spcFirstLastPara="1" wrap="square" lIns="0" tIns="45700" rIns="0" bIns="45700" anchor="t" anchorCtr="0">
            <a:noAutofit/>
          </a:bodyPr>
          <a:lstStyle/>
          <a:p>
            <a:pPr marL="0" lvl="0" indent="0" algn="l" rtl="0">
              <a:spcBef>
                <a:spcPts val="1000"/>
              </a:spcBef>
              <a:spcAft>
                <a:spcPts val="0"/>
              </a:spcAft>
              <a:buNone/>
            </a:pPr>
            <a:r>
              <a:rPr lang="en-US"/>
              <a:t>                                  Test Data</a:t>
            </a:r>
            <a:endParaRPr/>
          </a:p>
          <a:p>
            <a:pPr marL="457200" lvl="0" indent="-354330" algn="l" rtl="0">
              <a:spcBef>
                <a:spcPts val="1000"/>
              </a:spcBef>
              <a:spcAft>
                <a:spcPts val="0"/>
              </a:spcAft>
              <a:buSzPts val="1980"/>
              <a:buChar char="●"/>
            </a:pPr>
            <a:r>
              <a:rPr lang="en-US"/>
              <a:t>Resize to 256</a:t>
            </a:r>
            <a:br>
              <a:rPr lang="en-US"/>
            </a:br>
            <a:endParaRPr/>
          </a:p>
          <a:p>
            <a:pPr marL="457200" lvl="0" indent="-354330" algn="l" rtl="0">
              <a:spcBef>
                <a:spcPts val="0"/>
              </a:spcBef>
              <a:spcAft>
                <a:spcPts val="0"/>
              </a:spcAft>
              <a:buSzPts val="1980"/>
              <a:buChar char="●"/>
            </a:pPr>
            <a:r>
              <a:rPr lang="en-US"/>
              <a:t>Center Crop to 224 x 224</a:t>
            </a:r>
            <a:endParaRPr/>
          </a:p>
          <a:p>
            <a:pPr marL="457200" lvl="0" indent="0" algn="l" rtl="0">
              <a:spcBef>
                <a:spcPts val="1000"/>
              </a:spcBef>
              <a:spcAft>
                <a:spcPts val="0"/>
              </a:spcAft>
              <a:buNone/>
            </a:pPr>
            <a:endParaRPr/>
          </a:p>
          <a:p>
            <a:pPr marL="457200" lvl="0" indent="-354330" algn="l" rtl="0">
              <a:spcBef>
                <a:spcPts val="1000"/>
              </a:spcBef>
              <a:spcAft>
                <a:spcPts val="0"/>
              </a:spcAft>
              <a:buClr>
                <a:schemeClr val="dk2"/>
              </a:buClr>
              <a:buSzPts val="1980"/>
              <a:buChar char="●"/>
            </a:pPr>
            <a:r>
              <a:rPr lang="en-US"/>
              <a:t>Convert to Tensor </a:t>
            </a:r>
            <a:endParaRPr/>
          </a:p>
          <a:p>
            <a:pPr marL="457200" lvl="0" indent="0" algn="l" rtl="0">
              <a:spcBef>
                <a:spcPts val="1000"/>
              </a:spcBef>
              <a:spcAft>
                <a:spcPts val="0"/>
              </a:spcAft>
              <a:buNone/>
            </a:pPr>
            <a:endParaRPr/>
          </a:p>
          <a:p>
            <a:pPr marL="457200" lvl="0" indent="0" algn="l" rtl="0">
              <a:spcBef>
                <a:spcPts val="1000"/>
              </a:spcBef>
              <a:spcAft>
                <a:spcPts val="0"/>
              </a:spcAft>
              <a:buNone/>
            </a:pPr>
            <a:endParaRPr/>
          </a:p>
        </p:txBody>
      </p:sp>
      <p:sp>
        <p:nvSpPr>
          <p:cNvPr id="127" name="Google Shape;127;p19"/>
          <p:cNvSpPr txBox="1">
            <a:spLocks noGrp="1"/>
          </p:cNvSpPr>
          <p:nvPr>
            <p:ph type="body" idx="1"/>
          </p:nvPr>
        </p:nvSpPr>
        <p:spPr>
          <a:xfrm>
            <a:off x="748145" y="1721708"/>
            <a:ext cx="5259300" cy="4213200"/>
          </a:xfrm>
          <a:prstGeom prst="rect">
            <a:avLst/>
          </a:prstGeom>
        </p:spPr>
        <p:txBody>
          <a:bodyPr spcFirstLastPara="1" wrap="square" lIns="0" tIns="45700" rIns="0" bIns="45700" anchor="t" anchorCtr="0">
            <a:noAutofit/>
          </a:bodyPr>
          <a:lstStyle/>
          <a:p>
            <a:pPr marL="457200" lvl="0" indent="0" algn="l" rtl="0">
              <a:spcBef>
                <a:spcPts val="1000"/>
              </a:spcBef>
              <a:spcAft>
                <a:spcPts val="0"/>
              </a:spcAft>
              <a:buNone/>
            </a:pPr>
            <a:r>
              <a:rPr lang="en-US" dirty="0"/>
              <a:t>                 Training Data</a:t>
            </a:r>
            <a:endParaRPr dirty="0"/>
          </a:p>
          <a:p>
            <a:pPr marL="457200" lvl="0" indent="-354330" algn="l" rtl="0">
              <a:spcBef>
                <a:spcPts val="1000"/>
              </a:spcBef>
              <a:spcAft>
                <a:spcPts val="0"/>
              </a:spcAft>
              <a:buSzPts val="1980"/>
              <a:buChar char="●"/>
            </a:pPr>
            <a:r>
              <a:rPr lang="en-US" dirty="0"/>
              <a:t>Resize to 256 pixels to maintain aspect ratio</a:t>
            </a:r>
            <a:br>
              <a:rPr lang="en-US" dirty="0"/>
            </a:br>
            <a:endParaRPr dirty="0"/>
          </a:p>
          <a:p>
            <a:pPr marL="457200" lvl="0" indent="-354330" algn="l" rtl="0">
              <a:spcBef>
                <a:spcPts val="0"/>
              </a:spcBef>
              <a:spcAft>
                <a:spcPts val="0"/>
              </a:spcAft>
              <a:buSzPts val="1980"/>
              <a:buChar char="●"/>
            </a:pPr>
            <a:r>
              <a:rPr lang="en-US" dirty="0"/>
              <a:t>Center crop 224 × 224</a:t>
            </a:r>
            <a:br>
              <a:rPr lang="en-US" dirty="0"/>
            </a:br>
            <a:endParaRPr dirty="0"/>
          </a:p>
          <a:p>
            <a:pPr marL="457200" lvl="0" indent="-354330" algn="l" rtl="0">
              <a:spcBef>
                <a:spcPts val="0"/>
              </a:spcBef>
              <a:spcAft>
                <a:spcPts val="0"/>
              </a:spcAft>
              <a:buSzPts val="1980"/>
              <a:buChar char="●"/>
            </a:pPr>
            <a:r>
              <a:rPr lang="en-US" dirty="0"/>
              <a:t>Random horizontal flip</a:t>
            </a:r>
            <a:br>
              <a:rPr lang="en-US" dirty="0"/>
            </a:br>
            <a:endParaRPr dirty="0"/>
          </a:p>
          <a:p>
            <a:pPr marL="457200" lvl="0" indent="-354330" algn="l" rtl="0">
              <a:spcBef>
                <a:spcPts val="0"/>
              </a:spcBef>
              <a:spcAft>
                <a:spcPts val="0"/>
              </a:spcAft>
              <a:buSzPts val="1980"/>
              <a:buChar char="●"/>
            </a:pPr>
            <a:r>
              <a:rPr lang="en-US" dirty="0"/>
              <a:t>Random rotation (±30°)</a:t>
            </a:r>
            <a:br>
              <a:rPr lang="en-US" dirty="0"/>
            </a:br>
            <a:endParaRPr dirty="0"/>
          </a:p>
          <a:p>
            <a:pPr marL="457200" lvl="0" indent="-354330" algn="l" rtl="0">
              <a:spcBef>
                <a:spcPts val="0"/>
              </a:spcBef>
              <a:spcAft>
                <a:spcPts val="0"/>
              </a:spcAft>
              <a:buSzPts val="1980"/>
              <a:buChar char="●"/>
            </a:pPr>
            <a:r>
              <a:rPr lang="en-US" dirty="0"/>
              <a:t>Color Jitter: Brightness: ±0.2, Contrast: ±0.2,</a:t>
            </a:r>
            <a:endParaRPr dirty="0"/>
          </a:p>
          <a:p>
            <a:pPr marL="457200" lvl="0" indent="0" algn="l" rtl="0">
              <a:spcBef>
                <a:spcPts val="1000"/>
              </a:spcBef>
              <a:spcAft>
                <a:spcPts val="0"/>
              </a:spcAft>
              <a:buNone/>
            </a:pPr>
            <a:r>
              <a:rPr lang="en-US" dirty="0"/>
              <a:t>Saturation: ±0.2, Hue: ±0.1</a:t>
            </a:r>
            <a:endParaRPr dirty="0"/>
          </a:p>
          <a:p>
            <a:pPr marL="457200" lvl="0" indent="-354330" algn="l" rtl="0">
              <a:spcBef>
                <a:spcPts val="1000"/>
              </a:spcBef>
              <a:spcAft>
                <a:spcPts val="0"/>
              </a:spcAft>
              <a:buSzPts val="1980"/>
              <a:buChar char="●"/>
            </a:pPr>
            <a:r>
              <a:rPr lang="en-US" dirty="0"/>
              <a:t>Convert to Tensor </a:t>
            </a:r>
            <a:endParaRPr dirty="0"/>
          </a:p>
          <a:p>
            <a:pPr marL="457200" lvl="0" indent="0" algn="l" rtl="0">
              <a:spcBef>
                <a:spcPts val="1000"/>
              </a:spcBef>
              <a:spcAft>
                <a:spcPts val="0"/>
              </a:spcAft>
              <a:buNone/>
            </a:pPr>
            <a:endParaRPr dirty="0"/>
          </a:p>
        </p:txBody>
      </p:sp>
      <p:sp>
        <p:nvSpPr>
          <p:cNvPr id="128" name="Google Shape;128;p19"/>
          <p:cNvSpPr txBox="1">
            <a:spLocks noGrp="1"/>
          </p:cNvSpPr>
          <p:nvPr>
            <p:ph type="title"/>
          </p:nvPr>
        </p:nvSpPr>
        <p:spPr>
          <a:xfrm>
            <a:off x="748145" y="923058"/>
            <a:ext cx="10982400" cy="781800"/>
          </a:xfrm>
          <a:prstGeom prst="rect">
            <a:avLst/>
          </a:prstGeom>
        </p:spPr>
        <p:txBody>
          <a:bodyPr spcFirstLastPara="1" wrap="square" lIns="0" tIns="0" rIns="91425" bIns="45700" anchor="t" anchorCtr="0">
            <a:noAutofit/>
          </a:bodyPr>
          <a:lstStyle/>
          <a:p>
            <a:pPr marL="0" lvl="0" indent="0" algn="l" rtl="0">
              <a:spcBef>
                <a:spcPts val="0"/>
              </a:spcBef>
              <a:spcAft>
                <a:spcPts val="0"/>
              </a:spcAft>
              <a:buClr>
                <a:schemeClr val="dk2"/>
              </a:buClr>
              <a:buSzPts val="3800"/>
              <a:buFont typeface="Times New Roman"/>
              <a:buNone/>
            </a:pPr>
            <a:r>
              <a:rPr lang="en-US" sz="3600" dirty="0">
                <a:solidFill>
                  <a:schemeClr val="dk2"/>
                </a:solidFill>
                <a:latin typeface="Times New Roman"/>
                <a:ea typeface="Times New Roman"/>
                <a:cs typeface="Times New Roman"/>
                <a:sym typeface="Times New Roman"/>
              </a:rPr>
              <a:t> Preprocessing: Dataset</a:t>
            </a:r>
            <a:endParaRPr sz="3600" dirty="0">
              <a:solidFill>
                <a:schemeClr val="dk2"/>
              </a:solidFill>
            </a:endParaRPr>
          </a:p>
          <a:p>
            <a:pPr marL="0" lvl="0" indent="0" algn="l" rtl="0">
              <a:spcBef>
                <a:spcPts val="0"/>
              </a:spcBef>
              <a:spcAft>
                <a:spcPts val="0"/>
              </a:spcAft>
              <a:buNone/>
            </a:pPr>
            <a:endParaRPr sz="3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18"/>
          <p:cNvSpPr txBox="1">
            <a:spLocks noGrp="1"/>
          </p:cNvSpPr>
          <p:nvPr>
            <p:ph type="title"/>
          </p:nvPr>
        </p:nvSpPr>
        <p:spPr>
          <a:xfrm>
            <a:off x="165099" y="305924"/>
            <a:ext cx="11362871" cy="851690"/>
          </a:xfrm>
          <a:prstGeom prst="rect">
            <a:avLst/>
          </a:prstGeom>
          <a:noFill/>
          <a:ln>
            <a:noFill/>
          </a:ln>
        </p:spPr>
        <p:txBody>
          <a:bodyPr spcFirstLastPara="1" wrap="square" lIns="0" tIns="0" rIns="91425" bIns="45700" anchor="t" anchorCtr="0">
            <a:normAutofit fontScale="90000"/>
          </a:bodyPr>
          <a:lstStyle/>
          <a:p>
            <a:pPr marL="0" lvl="0" indent="0" algn="l" rtl="0">
              <a:lnSpc>
                <a:spcPct val="90000"/>
              </a:lnSpc>
              <a:spcBef>
                <a:spcPts val="0"/>
              </a:spcBef>
              <a:spcAft>
                <a:spcPts val="0"/>
              </a:spcAft>
              <a:buClr>
                <a:srgbClr val="004A7D"/>
              </a:buClr>
              <a:buSzPct val="100000"/>
              <a:buFont typeface="Times New Roman"/>
              <a:buNone/>
            </a:pPr>
            <a:r>
              <a:rPr lang="en-US" sz="3800">
                <a:latin typeface="Times New Roman"/>
                <a:ea typeface="Times New Roman"/>
                <a:cs typeface="Times New Roman"/>
                <a:sym typeface="Times New Roman"/>
              </a:rPr>
              <a:t> Preprocessing: Computed Statistics of Augmented Dataset</a:t>
            </a:r>
            <a:endParaRPr sz="3800"/>
          </a:p>
        </p:txBody>
      </p:sp>
      <p:pic>
        <p:nvPicPr>
          <p:cNvPr id="117" name="Google Shape;117;p18" descr="A graph of blue bars&#10;&#10;AI-generated content may be incorrect."/>
          <p:cNvPicPr preferRelativeResize="0"/>
          <p:nvPr/>
        </p:nvPicPr>
        <p:blipFill rotWithShape="1">
          <a:blip r:embed="rId3">
            <a:alphaModFix/>
          </a:blip>
          <a:srcRect l="7352" t="11290" r="7353" b="4902"/>
          <a:stretch/>
        </p:blipFill>
        <p:spPr>
          <a:xfrm>
            <a:off x="6223000" y="840114"/>
            <a:ext cx="4270829" cy="2588886"/>
          </a:xfrm>
          <a:prstGeom prst="rect">
            <a:avLst/>
          </a:prstGeom>
          <a:noFill/>
          <a:ln>
            <a:noFill/>
          </a:ln>
        </p:spPr>
      </p:pic>
      <p:graphicFrame>
        <p:nvGraphicFramePr>
          <p:cNvPr id="118" name="Google Shape;118;p18"/>
          <p:cNvGraphicFramePr/>
          <p:nvPr/>
        </p:nvGraphicFramePr>
        <p:xfrm>
          <a:off x="387351" y="1157614"/>
          <a:ext cx="5397500" cy="5022550"/>
        </p:xfrm>
        <a:graphic>
          <a:graphicData uri="http://schemas.openxmlformats.org/drawingml/2006/table">
            <a:tbl>
              <a:tblPr firstRow="1" bandRow="1">
                <a:noFill/>
                <a:tableStyleId>{1ECE53F8-A315-4ED4-B18B-2531D1403790}</a:tableStyleId>
              </a:tblPr>
              <a:tblGrid>
                <a:gridCol w="1460500">
                  <a:extLst>
                    <a:ext uri="{9D8B030D-6E8A-4147-A177-3AD203B41FA5}">
                      <a16:colId xmlns:a16="http://schemas.microsoft.com/office/drawing/2014/main" val="20000"/>
                    </a:ext>
                  </a:extLst>
                </a:gridCol>
                <a:gridCol w="1653025">
                  <a:extLst>
                    <a:ext uri="{9D8B030D-6E8A-4147-A177-3AD203B41FA5}">
                      <a16:colId xmlns:a16="http://schemas.microsoft.com/office/drawing/2014/main" val="20001"/>
                    </a:ext>
                  </a:extLst>
                </a:gridCol>
                <a:gridCol w="2283975">
                  <a:extLst>
                    <a:ext uri="{9D8B030D-6E8A-4147-A177-3AD203B41FA5}">
                      <a16:colId xmlns:a16="http://schemas.microsoft.com/office/drawing/2014/main" val="20002"/>
                    </a:ext>
                  </a:extLst>
                </a:gridCol>
              </a:tblGrid>
              <a:tr h="1280475">
                <a:tc>
                  <a:txBody>
                    <a:bodyPr/>
                    <a:lstStyle/>
                    <a:p>
                      <a:pPr marL="0" marR="0" lvl="0" indent="0" algn="l" rtl="0">
                        <a:spcBef>
                          <a:spcPts val="0"/>
                        </a:spcBef>
                        <a:spcAft>
                          <a:spcPts val="0"/>
                        </a:spcAft>
                        <a:buNone/>
                      </a:pPr>
                      <a:r>
                        <a:rPr lang="en-US" sz="1600" b="1" u="none" strike="noStrike" cap="none">
                          <a:latin typeface="Times New Roman"/>
                          <a:ea typeface="Times New Roman"/>
                          <a:cs typeface="Times New Roman"/>
                          <a:sym typeface="Times New Roman"/>
                        </a:rPr>
                        <a:t>Metric </a:t>
                      </a:r>
                      <a:endParaRPr/>
                    </a:p>
                  </a:txBody>
                  <a:tcPr marL="91450" marR="91450" marT="45725" marB="45725"/>
                </a:tc>
                <a:tc>
                  <a:txBody>
                    <a:bodyPr/>
                    <a:lstStyle/>
                    <a:p>
                      <a:pPr marL="0" marR="0" lvl="0" indent="0" algn="l" rtl="0">
                        <a:spcBef>
                          <a:spcPts val="0"/>
                        </a:spcBef>
                        <a:spcAft>
                          <a:spcPts val="0"/>
                        </a:spcAft>
                        <a:buNone/>
                      </a:pPr>
                      <a:r>
                        <a:rPr lang="en-US" sz="1600" b="1">
                          <a:latin typeface="Times New Roman"/>
                          <a:ea typeface="Times New Roman"/>
                          <a:cs typeface="Times New Roman"/>
                          <a:sym typeface="Times New Roman"/>
                        </a:rPr>
                        <a:t>Before augmentation of resized-tensor images</a:t>
                      </a:r>
                      <a:endParaRPr/>
                    </a:p>
                  </a:txBody>
                  <a:tcPr marL="91450" marR="91450" marT="45725" marB="45725"/>
                </a:tc>
                <a:tc>
                  <a:txBody>
                    <a:bodyPr/>
                    <a:lstStyle/>
                    <a:p>
                      <a:pPr marL="0" marR="0" lvl="0" indent="0" algn="l" rtl="0">
                        <a:spcBef>
                          <a:spcPts val="0"/>
                        </a:spcBef>
                        <a:spcAft>
                          <a:spcPts val="0"/>
                        </a:spcAft>
                        <a:buNone/>
                      </a:pPr>
                      <a:r>
                        <a:rPr lang="en-US" sz="1600" b="1">
                          <a:latin typeface="Times New Roman"/>
                          <a:ea typeface="Times New Roman"/>
                          <a:cs typeface="Times New Roman"/>
                          <a:sym typeface="Times New Roman"/>
                        </a:rPr>
                        <a:t>After split and Augmentation of train data of tensor images</a:t>
                      </a:r>
                      <a:endParaRPr/>
                    </a:p>
                  </a:txBody>
                  <a:tcPr marL="91450" marR="91450" marT="45725" marB="45725"/>
                </a:tc>
                <a:extLst>
                  <a:ext uri="{0D108BD9-81ED-4DB2-BD59-A6C34878D82A}">
                    <a16:rowId xmlns:a16="http://schemas.microsoft.com/office/drawing/2014/main" val="10000"/>
                  </a:ext>
                </a:extLst>
              </a:tr>
              <a:tr h="1280475">
                <a:tc>
                  <a:txBody>
                    <a:bodyPr/>
                    <a:lstStyle/>
                    <a:p>
                      <a:pPr marL="0" marR="0" lvl="0" indent="0" algn="l" rtl="0">
                        <a:spcBef>
                          <a:spcPts val="0"/>
                        </a:spcBef>
                        <a:spcAft>
                          <a:spcPts val="0"/>
                        </a:spcAft>
                        <a:buNone/>
                      </a:pPr>
                      <a:r>
                        <a:rPr lang="en-US" sz="1600">
                          <a:latin typeface="Times New Roman"/>
                          <a:ea typeface="Times New Roman"/>
                          <a:cs typeface="Times New Roman"/>
                          <a:sym typeface="Times New Roman"/>
                        </a:rPr>
                        <a:t>Number of Images </a:t>
                      </a:r>
                      <a:endParaRPr/>
                    </a:p>
                  </a:txBody>
                  <a:tcPr marL="91450" marR="91450" marT="45725" marB="45725"/>
                </a:tc>
                <a:tc>
                  <a:txBody>
                    <a:bodyPr/>
                    <a:lstStyle/>
                    <a:p>
                      <a:pPr marL="0" marR="0" lvl="0" indent="0" algn="l" rtl="0">
                        <a:spcBef>
                          <a:spcPts val="0"/>
                        </a:spcBef>
                        <a:spcAft>
                          <a:spcPts val="0"/>
                        </a:spcAft>
                        <a:buNone/>
                      </a:pPr>
                      <a:r>
                        <a:rPr lang="en-US" sz="1600">
                          <a:latin typeface="Times New Roman"/>
                          <a:ea typeface="Times New Roman"/>
                          <a:cs typeface="Times New Roman"/>
                          <a:sym typeface="Times New Roman"/>
                        </a:rPr>
                        <a:t>3,804 images</a:t>
                      </a:r>
                      <a:endParaRPr/>
                    </a:p>
                  </a:txBody>
                  <a:tcPr marL="91450" marR="91450" marT="45725" marB="45725"/>
                </a:tc>
                <a:tc>
                  <a:txBody>
                    <a:bodyPr/>
                    <a:lstStyle/>
                    <a:p>
                      <a:pPr marL="0" marR="0" lvl="0" indent="0" algn="l" rtl="0">
                        <a:spcBef>
                          <a:spcPts val="0"/>
                        </a:spcBef>
                        <a:spcAft>
                          <a:spcPts val="0"/>
                        </a:spcAft>
                        <a:buNone/>
                      </a:pPr>
                      <a:r>
                        <a:rPr lang="en-US" sz="1600">
                          <a:latin typeface="Times New Roman"/>
                          <a:ea typeface="Times New Roman"/>
                          <a:cs typeface="Times New Roman"/>
                          <a:sym typeface="Times New Roman"/>
                        </a:rPr>
                        <a:t>6,078 (original images with augmented image data) + 765(test data) =6843 images</a:t>
                      </a:r>
                      <a:endParaRPr/>
                    </a:p>
                  </a:txBody>
                  <a:tcPr marL="91450" marR="91450" marT="45725" marB="45725"/>
                </a:tc>
                <a:extLst>
                  <a:ext uri="{0D108BD9-81ED-4DB2-BD59-A6C34878D82A}">
                    <a16:rowId xmlns:a16="http://schemas.microsoft.com/office/drawing/2014/main" val="10001"/>
                  </a:ext>
                </a:extLst>
              </a:tr>
              <a:tr h="615400">
                <a:tc>
                  <a:txBody>
                    <a:bodyPr/>
                    <a:lstStyle/>
                    <a:p>
                      <a:pPr marL="0" marR="0" lvl="0" indent="0" algn="l" rtl="0">
                        <a:spcBef>
                          <a:spcPts val="0"/>
                        </a:spcBef>
                        <a:spcAft>
                          <a:spcPts val="0"/>
                        </a:spcAft>
                        <a:buNone/>
                      </a:pPr>
                      <a:r>
                        <a:rPr lang="en-US" sz="1600">
                          <a:latin typeface="Times New Roman"/>
                          <a:ea typeface="Times New Roman"/>
                          <a:cs typeface="Times New Roman"/>
                          <a:sym typeface="Times New Roman"/>
                        </a:rPr>
                        <a:t>Mean (R, G, B) </a:t>
                      </a:r>
                      <a:endParaRPr/>
                    </a:p>
                  </a:txBody>
                  <a:tcPr marL="91450" marR="91450" marT="45725" marB="45725"/>
                </a:tc>
                <a:tc>
                  <a:txBody>
                    <a:bodyPr/>
                    <a:lstStyle/>
                    <a:p>
                      <a:pPr marL="0" marR="0" lvl="0" indent="0" algn="l" rtl="0">
                        <a:spcBef>
                          <a:spcPts val="0"/>
                        </a:spcBef>
                        <a:spcAft>
                          <a:spcPts val="0"/>
                        </a:spcAft>
                        <a:buNone/>
                      </a:pPr>
                      <a:r>
                        <a:rPr lang="en-US" sz="1600">
                          <a:latin typeface="Times New Roman"/>
                          <a:ea typeface="Times New Roman"/>
                          <a:cs typeface="Times New Roman"/>
                          <a:sym typeface="Times New Roman"/>
                        </a:rPr>
                        <a:t>(0.5285, 0.4851, 0.4376)</a:t>
                      </a:r>
                      <a:endParaRPr/>
                    </a:p>
                  </a:txBody>
                  <a:tcPr marL="91450" marR="91450" marT="45725" marB="45725"/>
                </a:tc>
                <a:tc>
                  <a:txBody>
                    <a:bodyPr/>
                    <a:lstStyle/>
                    <a:p>
                      <a:pPr marL="0" marR="0" lvl="0" indent="0" algn="l" rtl="0">
                        <a:lnSpc>
                          <a:spcPct val="115000"/>
                        </a:lnSpc>
                        <a:spcBef>
                          <a:spcPts val="0"/>
                        </a:spcBef>
                        <a:spcAft>
                          <a:spcPts val="0"/>
                        </a:spcAft>
                        <a:buClr>
                          <a:schemeClr val="dk1"/>
                        </a:buClr>
                        <a:buSzPts val="1600"/>
                        <a:buFont typeface="Times New Roman"/>
                        <a:buNone/>
                      </a:pPr>
                      <a:r>
                        <a:rPr lang="en-US" sz="1600">
                          <a:latin typeface="Times New Roman"/>
                          <a:ea typeface="Times New Roman"/>
                          <a:cs typeface="Times New Roman"/>
                          <a:sym typeface="Times New Roman"/>
                        </a:rPr>
                        <a:t>(0.4533, 0.4218, 0.3897)</a:t>
                      </a:r>
                      <a:endParaRPr sz="1600">
                        <a:latin typeface="Arial"/>
                        <a:ea typeface="Arial"/>
                        <a:cs typeface="Arial"/>
                        <a:sym typeface="Arial"/>
                      </a:endParaRPr>
                    </a:p>
                  </a:txBody>
                  <a:tcPr marL="68575" marR="68575" marT="0" marB="0"/>
                </a:tc>
                <a:extLst>
                  <a:ext uri="{0D108BD9-81ED-4DB2-BD59-A6C34878D82A}">
                    <a16:rowId xmlns:a16="http://schemas.microsoft.com/office/drawing/2014/main" val="10002"/>
                  </a:ext>
                </a:extLst>
              </a:tr>
              <a:tr h="615400">
                <a:tc>
                  <a:txBody>
                    <a:bodyPr/>
                    <a:lstStyle/>
                    <a:p>
                      <a:pPr marL="0" marR="0" lvl="0" indent="0" algn="l" rtl="0">
                        <a:spcBef>
                          <a:spcPts val="0"/>
                        </a:spcBef>
                        <a:spcAft>
                          <a:spcPts val="0"/>
                        </a:spcAft>
                        <a:buNone/>
                      </a:pPr>
                      <a:r>
                        <a:rPr lang="en-US" sz="1600">
                          <a:latin typeface="Times New Roman"/>
                          <a:ea typeface="Times New Roman"/>
                          <a:cs typeface="Times New Roman"/>
                          <a:sym typeface="Times New Roman"/>
                        </a:rPr>
                        <a:t>Std (R, G, B)</a:t>
                      </a:r>
                      <a:endParaRPr/>
                    </a:p>
                  </a:txBody>
                  <a:tcPr marL="91450" marR="91450" marT="45725" marB="45725"/>
                </a:tc>
                <a:tc>
                  <a:txBody>
                    <a:bodyPr/>
                    <a:lstStyle/>
                    <a:p>
                      <a:pPr marL="0" marR="0" lvl="0" indent="0" algn="l" rtl="0">
                        <a:spcBef>
                          <a:spcPts val="0"/>
                        </a:spcBef>
                        <a:spcAft>
                          <a:spcPts val="0"/>
                        </a:spcAft>
                        <a:buNone/>
                      </a:pPr>
                      <a:r>
                        <a:rPr lang="en-US" sz="1600">
                          <a:latin typeface="Times New Roman"/>
                          <a:ea typeface="Times New Roman"/>
                          <a:cs typeface="Times New Roman"/>
                          <a:sym typeface="Times New Roman"/>
                        </a:rPr>
                        <a:t>(0.2285, 0.2215, 0.2254)</a:t>
                      </a:r>
                      <a:endParaRPr/>
                    </a:p>
                  </a:txBody>
                  <a:tcPr marL="91450" marR="91450" marT="45725" marB="45725"/>
                </a:tc>
                <a:tc>
                  <a:txBody>
                    <a:bodyPr/>
                    <a:lstStyle/>
                    <a:p>
                      <a:pPr marL="0" marR="0" lvl="0" indent="0" algn="l" rtl="0">
                        <a:lnSpc>
                          <a:spcPct val="115000"/>
                        </a:lnSpc>
                        <a:spcBef>
                          <a:spcPts val="0"/>
                        </a:spcBef>
                        <a:spcAft>
                          <a:spcPts val="0"/>
                        </a:spcAft>
                        <a:buClr>
                          <a:schemeClr val="dk1"/>
                        </a:buClr>
                        <a:buSzPts val="1600"/>
                        <a:buFont typeface="Times New Roman"/>
                        <a:buNone/>
                      </a:pPr>
                      <a:r>
                        <a:rPr lang="en-US" sz="1600">
                          <a:latin typeface="Times New Roman"/>
                          <a:ea typeface="Times New Roman"/>
                          <a:cs typeface="Times New Roman"/>
                          <a:sym typeface="Times New Roman"/>
                        </a:rPr>
                        <a:t>(0.2638, 0.2574, 0.2470)</a:t>
                      </a:r>
                      <a:endParaRPr sz="1600">
                        <a:latin typeface="Arial"/>
                        <a:ea typeface="Arial"/>
                        <a:cs typeface="Arial"/>
                        <a:sym typeface="Arial"/>
                      </a:endParaRPr>
                    </a:p>
                  </a:txBody>
                  <a:tcPr marL="68575" marR="68575" marT="0" marB="0"/>
                </a:tc>
                <a:extLst>
                  <a:ext uri="{0D108BD9-81ED-4DB2-BD59-A6C34878D82A}">
                    <a16:rowId xmlns:a16="http://schemas.microsoft.com/office/drawing/2014/main" val="10003"/>
                  </a:ext>
                </a:extLst>
              </a:tr>
              <a:tr h="615400">
                <a:tc>
                  <a:txBody>
                    <a:bodyPr/>
                    <a:lstStyle/>
                    <a:p>
                      <a:pPr marL="0" marR="0" lvl="0" indent="0" algn="l" rtl="0">
                        <a:spcBef>
                          <a:spcPts val="0"/>
                        </a:spcBef>
                        <a:spcAft>
                          <a:spcPts val="0"/>
                        </a:spcAft>
                        <a:buNone/>
                      </a:pPr>
                      <a:r>
                        <a:rPr lang="en-US" sz="1600">
                          <a:latin typeface="Times New Roman"/>
                          <a:ea typeface="Times New Roman"/>
                          <a:cs typeface="Times New Roman"/>
                          <a:sym typeface="Times New Roman"/>
                        </a:rPr>
                        <a:t>Min (R, G, B)</a:t>
                      </a:r>
                      <a:endParaRPr/>
                    </a:p>
                  </a:txBody>
                  <a:tcPr marL="91450" marR="91450" marT="45725" marB="45725"/>
                </a:tc>
                <a:tc>
                  <a:txBody>
                    <a:bodyPr/>
                    <a:lstStyle/>
                    <a:p>
                      <a:pPr marL="0" marR="0" lvl="0" indent="0" algn="l" rtl="0">
                        <a:spcBef>
                          <a:spcPts val="0"/>
                        </a:spcBef>
                        <a:spcAft>
                          <a:spcPts val="0"/>
                        </a:spcAft>
                        <a:buNone/>
                      </a:pPr>
                      <a:r>
                        <a:rPr lang="en-US" sz="1600">
                          <a:latin typeface="Times New Roman"/>
                          <a:ea typeface="Times New Roman"/>
                          <a:cs typeface="Times New Roman"/>
                          <a:sym typeface="Times New Roman"/>
                        </a:rPr>
                        <a:t>(0,0,0)</a:t>
                      </a:r>
                      <a:endParaRPr/>
                    </a:p>
                  </a:txBody>
                  <a:tcPr marL="91450" marR="91450" marT="45725" marB="45725"/>
                </a:tc>
                <a:tc>
                  <a:txBody>
                    <a:bodyPr/>
                    <a:lstStyle/>
                    <a:p>
                      <a:pPr marL="0" marR="0" lvl="0" indent="0" algn="l" rtl="0">
                        <a:lnSpc>
                          <a:spcPct val="100000"/>
                        </a:lnSpc>
                        <a:spcBef>
                          <a:spcPts val="0"/>
                        </a:spcBef>
                        <a:spcAft>
                          <a:spcPts val="0"/>
                        </a:spcAft>
                        <a:buClr>
                          <a:schemeClr val="dk1"/>
                        </a:buClr>
                        <a:buSzPts val="1600"/>
                        <a:buFont typeface="Times New Roman"/>
                        <a:buNone/>
                      </a:pPr>
                      <a:r>
                        <a:rPr lang="en-US" sz="1600">
                          <a:latin typeface="Times New Roman"/>
                          <a:ea typeface="Times New Roman"/>
                          <a:cs typeface="Times New Roman"/>
                          <a:sym typeface="Times New Roman"/>
                        </a:rPr>
                        <a:t>(0,0,0)</a:t>
                      </a:r>
                      <a:endParaRPr/>
                    </a:p>
                    <a:p>
                      <a:pPr marL="0" marR="0" lvl="0" indent="0" algn="l" rtl="0">
                        <a:spcBef>
                          <a:spcPts val="0"/>
                        </a:spcBef>
                        <a:spcAft>
                          <a:spcPts val="0"/>
                        </a:spcAft>
                        <a:buNone/>
                      </a:pPr>
                      <a:endParaRPr sz="1600">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4"/>
                  </a:ext>
                </a:extLst>
              </a:tr>
              <a:tr h="615400">
                <a:tc>
                  <a:txBody>
                    <a:bodyPr/>
                    <a:lstStyle/>
                    <a:p>
                      <a:pPr marL="0" marR="0" lvl="0" indent="0" algn="l" rtl="0">
                        <a:spcBef>
                          <a:spcPts val="0"/>
                        </a:spcBef>
                        <a:spcAft>
                          <a:spcPts val="0"/>
                        </a:spcAft>
                        <a:buNone/>
                      </a:pPr>
                      <a:r>
                        <a:rPr lang="en-US" sz="1600">
                          <a:latin typeface="Times New Roman"/>
                          <a:ea typeface="Times New Roman"/>
                          <a:cs typeface="Times New Roman"/>
                          <a:sym typeface="Times New Roman"/>
                        </a:rPr>
                        <a:t>Max (R, G, B) </a:t>
                      </a:r>
                      <a:endParaRPr/>
                    </a:p>
                  </a:txBody>
                  <a:tcPr marL="91450" marR="91450" marT="45725" marB="45725"/>
                </a:tc>
                <a:tc>
                  <a:txBody>
                    <a:bodyPr/>
                    <a:lstStyle/>
                    <a:p>
                      <a:pPr marL="0" marR="0" lvl="0" indent="0" algn="l" rtl="0">
                        <a:spcBef>
                          <a:spcPts val="0"/>
                        </a:spcBef>
                        <a:spcAft>
                          <a:spcPts val="0"/>
                        </a:spcAft>
                        <a:buNone/>
                      </a:pPr>
                      <a:r>
                        <a:rPr lang="en-US" sz="1600">
                          <a:latin typeface="Times New Roman"/>
                          <a:ea typeface="Times New Roman"/>
                          <a:cs typeface="Times New Roman"/>
                          <a:sym typeface="Times New Roman"/>
                        </a:rPr>
                        <a:t>(1,1,1) </a:t>
                      </a:r>
                      <a:endParaRPr/>
                    </a:p>
                  </a:txBody>
                  <a:tcPr marL="91450" marR="91450" marT="45725" marB="45725"/>
                </a:tc>
                <a:tc>
                  <a:txBody>
                    <a:bodyPr/>
                    <a:lstStyle/>
                    <a:p>
                      <a:pPr marL="0" marR="0" lvl="0" indent="0" algn="l" rtl="0">
                        <a:lnSpc>
                          <a:spcPct val="100000"/>
                        </a:lnSpc>
                        <a:spcBef>
                          <a:spcPts val="0"/>
                        </a:spcBef>
                        <a:spcAft>
                          <a:spcPts val="0"/>
                        </a:spcAft>
                        <a:buClr>
                          <a:schemeClr val="dk1"/>
                        </a:buClr>
                        <a:buSzPts val="1600"/>
                        <a:buFont typeface="Times New Roman"/>
                        <a:buNone/>
                      </a:pPr>
                      <a:r>
                        <a:rPr lang="en-US" sz="1600">
                          <a:latin typeface="Times New Roman"/>
                          <a:ea typeface="Times New Roman"/>
                          <a:cs typeface="Times New Roman"/>
                          <a:sym typeface="Times New Roman"/>
                        </a:rPr>
                        <a:t>(1,1,1) </a:t>
                      </a:r>
                      <a:endParaRPr/>
                    </a:p>
                    <a:p>
                      <a:pPr marL="0" marR="0" lvl="0" indent="0" algn="l" rtl="0">
                        <a:spcBef>
                          <a:spcPts val="0"/>
                        </a:spcBef>
                        <a:spcAft>
                          <a:spcPts val="0"/>
                        </a:spcAft>
                        <a:buNone/>
                      </a:pPr>
                      <a:endParaRPr sz="1600">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5"/>
                  </a:ext>
                </a:extLst>
              </a:tr>
            </a:tbl>
          </a:graphicData>
        </a:graphic>
      </p:graphicFrame>
      <p:pic>
        <p:nvPicPr>
          <p:cNvPr id="119" name="Google Shape;119;p18" descr="A graph of blue bars&#10;&#10;AI-generated content may be incorrect."/>
          <p:cNvPicPr preferRelativeResize="0"/>
          <p:nvPr/>
        </p:nvPicPr>
        <p:blipFill rotWithShape="1">
          <a:blip r:embed="rId4">
            <a:alphaModFix/>
          </a:blip>
          <a:srcRect l="8900" t="8334" r="7999" b="5342"/>
          <a:stretch/>
        </p:blipFill>
        <p:spPr>
          <a:xfrm>
            <a:off x="6223000" y="3614724"/>
            <a:ext cx="4270829" cy="2565400"/>
          </a:xfrm>
          <a:prstGeom prst="rect">
            <a:avLst/>
          </a:prstGeom>
          <a:noFill/>
          <a:ln>
            <a:noFill/>
          </a:ln>
        </p:spPr>
      </p:pic>
      <p:sp>
        <p:nvSpPr>
          <p:cNvPr id="120" name="Google Shape;120;p18"/>
          <p:cNvSpPr txBox="1"/>
          <p:nvPr/>
        </p:nvSpPr>
        <p:spPr>
          <a:xfrm>
            <a:off x="5416549" y="6180124"/>
            <a:ext cx="6388100" cy="466794"/>
          </a:xfrm>
          <a:prstGeom prst="rect">
            <a:avLst/>
          </a:prstGeom>
          <a:noFill/>
          <a:ln>
            <a:noFill/>
          </a:ln>
        </p:spPr>
        <p:txBody>
          <a:bodyPr spcFirstLastPara="1" wrap="square" lIns="91425" tIns="45700" rIns="91425" bIns="45700" anchor="t" anchorCtr="0">
            <a:spAutoFit/>
          </a:bodyPr>
          <a:lstStyle/>
          <a:p>
            <a:pPr marL="457200" marR="0" lvl="0" indent="457200" algn="l" rtl="0">
              <a:spcBef>
                <a:spcPts val="0"/>
              </a:spcBef>
              <a:spcAft>
                <a:spcPts val="0"/>
              </a:spcAft>
              <a:buClr>
                <a:srgbClr val="0E2841"/>
              </a:buClr>
              <a:buSzPts val="800"/>
              <a:buFont typeface="Times New Roman"/>
              <a:buNone/>
            </a:pPr>
            <a:r>
              <a:rPr lang="en-US" sz="800" b="0" i="1" u="none" strike="noStrike" cap="none">
                <a:solidFill>
                  <a:srgbClr val="0E2841"/>
                </a:solidFill>
                <a:latin typeface="Times New Roman"/>
                <a:ea typeface="Times New Roman"/>
                <a:cs typeface="Times New Roman"/>
                <a:sym typeface="Times New Roman"/>
              </a:rPr>
              <a:t>Figure: Comparison of the class distribution of images between augmented train data (on top)</a:t>
            </a:r>
            <a:endParaRPr/>
          </a:p>
          <a:p>
            <a:pPr marL="457200" marR="0" lvl="0" indent="457200" algn="l" rtl="0">
              <a:spcBef>
                <a:spcPts val="1000"/>
              </a:spcBef>
              <a:spcAft>
                <a:spcPts val="0"/>
              </a:spcAft>
              <a:buClr>
                <a:srgbClr val="0E2841"/>
              </a:buClr>
              <a:buSzPts val="800"/>
              <a:buFont typeface="Times New Roman"/>
              <a:buNone/>
            </a:pPr>
            <a:r>
              <a:rPr lang="en-US" sz="800" b="0" i="1" u="none" strike="noStrike" cap="none">
                <a:solidFill>
                  <a:srgbClr val="0E2841"/>
                </a:solidFill>
                <a:latin typeface="Times New Roman"/>
                <a:ea typeface="Times New Roman"/>
                <a:cs typeface="Times New Roman"/>
                <a:sym typeface="Times New Roman"/>
              </a:rPr>
              <a:t>	 and test data (at the bottom)</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1"/>
          <p:cNvSpPr txBox="1">
            <a:spLocks noGrp="1"/>
          </p:cNvSpPr>
          <p:nvPr>
            <p:ph type="title"/>
          </p:nvPr>
        </p:nvSpPr>
        <p:spPr>
          <a:xfrm>
            <a:off x="680812" y="316342"/>
            <a:ext cx="10680700" cy="610576"/>
          </a:xfrm>
          <a:prstGeom prst="rect">
            <a:avLst/>
          </a:prstGeom>
          <a:noFill/>
          <a:ln>
            <a:noFill/>
          </a:ln>
        </p:spPr>
        <p:txBody>
          <a:bodyPr spcFirstLastPara="1" wrap="square" lIns="0" tIns="0" rIns="91425" bIns="45700" anchor="t" anchorCtr="0">
            <a:noAutofit/>
          </a:bodyPr>
          <a:lstStyle/>
          <a:p>
            <a:pPr marL="0" lvl="0" indent="0" algn="l" rtl="0">
              <a:lnSpc>
                <a:spcPct val="90000"/>
              </a:lnSpc>
              <a:spcBef>
                <a:spcPts val="0"/>
              </a:spcBef>
              <a:spcAft>
                <a:spcPts val="0"/>
              </a:spcAft>
              <a:buClr>
                <a:srgbClr val="004A7D"/>
              </a:buClr>
              <a:buSzPts val="3800"/>
              <a:buFont typeface="Times New Roman"/>
              <a:buNone/>
            </a:pPr>
            <a:r>
              <a:rPr lang="en-US" sz="3800">
                <a:latin typeface="Times New Roman"/>
                <a:ea typeface="Times New Roman"/>
                <a:cs typeface="Times New Roman"/>
                <a:sym typeface="Times New Roman"/>
              </a:rPr>
              <a:t>Construction of simple convolutional layer</a:t>
            </a:r>
            <a:endParaRPr sz="3800"/>
          </a:p>
        </p:txBody>
      </p:sp>
      <p:sp>
        <p:nvSpPr>
          <p:cNvPr id="141" name="Google Shape;141;p21"/>
          <p:cNvSpPr txBox="1"/>
          <p:nvPr/>
        </p:nvSpPr>
        <p:spPr>
          <a:xfrm>
            <a:off x="795116" y="941850"/>
            <a:ext cx="5216114" cy="5313379"/>
          </a:xfrm>
          <a:prstGeom prst="rect">
            <a:avLst/>
          </a:prstGeom>
          <a:noFill/>
          <a:ln>
            <a:noFill/>
          </a:ln>
        </p:spPr>
        <p:txBody>
          <a:bodyPr spcFirstLastPara="1" wrap="square" lIns="91425" tIns="45700" rIns="91425" bIns="45700" anchor="t" anchorCtr="0">
            <a:noAutofit/>
          </a:bodyPr>
          <a:lstStyle/>
          <a:p>
            <a:pPr marL="285750" marR="0" lvl="0" indent="-285750" algn="just" rtl="0">
              <a:lnSpc>
                <a:spcPct val="90000"/>
              </a:lnSpc>
              <a:spcBef>
                <a:spcPts val="0"/>
              </a:spcBef>
              <a:spcAft>
                <a:spcPts val="0"/>
              </a:spcAft>
              <a:buClr>
                <a:srgbClr val="004A7D"/>
              </a:buClr>
              <a:buSzPts val="1600"/>
              <a:buFont typeface="Arial"/>
              <a:buChar char="•"/>
            </a:pPr>
            <a:r>
              <a:rPr lang="en-US" sz="1600" b="1" i="0" u="none" strike="noStrike" cap="none">
                <a:solidFill>
                  <a:schemeClr val="dk1"/>
                </a:solidFill>
                <a:latin typeface="Times New Roman"/>
                <a:ea typeface="Times New Roman"/>
                <a:cs typeface="Times New Roman"/>
                <a:sym typeface="Times New Roman"/>
              </a:rPr>
              <a:t>7×7 Convolution</a:t>
            </a:r>
            <a:r>
              <a:rPr lang="en-US" sz="1600" b="0" i="0" u="none" strike="noStrike" cap="none">
                <a:solidFill>
                  <a:schemeClr val="dk1"/>
                </a:solidFill>
                <a:latin typeface="Times New Roman"/>
                <a:ea typeface="Times New Roman"/>
                <a:cs typeface="Times New Roman"/>
                <a:sym typeface="Times New Roman"/>
              </a:rPr>
              <a:t>: Each image(3×224×224 for RGB image) is passed over the 7x7 kernel(where weights are generated through He initialization) with a stride of 2 and padding 3 would result in (64,112,112).</a:t>
            </a:r>
            <a:endParaRPr/>
          </a:p>
          <a:p>
            <a:pPr marL="285750" marR="0" lvl="0" indent="-285750" algn="just" rtl="0">
              <a:lnSpc>
                <a:spcPct val="90000"/>
              </a:lnSpc>
              <a:spcBef>
                <a:spcPts val="1000"/>
              </a:spcBef>
              <a:spcAft>
                <a:spcPts val="0"/>
              </a:spcAft>
              <a:buClr>
                <a:srgbClr val="004A7D"/>
              </a:buClr>
              <a:buSzPts val="1600"/>
              <a:buFont typeface="Arial"/>
              <a:buChar char="•"/>
            </a:pPr>
            <a:r>
              <a:rPr lang="en-US" sz="1600" b="0" i="0" u="none" strike="noStrike" cap="none">
                <a:solidFill>
                  <a:schemeClr val="dk1"/>
                </a:solidFill>
                <a:latin typeface="Times New Roman"/>
                <a:ea typeface="Times New Roman"/>
                <a:cs typeface="Times New Roman"/>
                <a:sym typeface="Times New Roman"/>
              </a:rPr>
              <a:t>The output shapes of the feature map were computed  based on the input size 224, 7x7 kernel, padding 3 and stride 2 using following convolution output size equation. Thereby resulting a kernel 112x112.</a:t>
            </a:r>
            <a:endParaRPr/>
          </a:p>
          <a:p>
            <a:pPr marL="285750" marR="0" lvl="0" indent="-184150" algn="just" rtl="0">
              <a:lnSpc>
                <a:spcPct val="90000"/>
              </a:lnSpc>
              <a:spcBef>
                <a:spcPts val="1000"/>
              </a:spcBef>
              <a:spcAft>
                <a:spcPts val="0"/>
              </a:spcAft>
              <a:buClr>
                <a:srgbClr val="004A7D"/>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285750" marR="0" lvl="0" indent="-184150" algn="just" rtl="0">
              <a:lnSpc>
                <a:spcPct val="90000"/>
              </a:lnSpc>
              <a:spcBef>
                <a:spcPts val="1000"/>
              </a:spcBef>
              <a:spcAft>
                <a:spcPts val="0"/>
              </a:spcAft>
              <a:buClr>
                <a:srgbClr val="004A7D"/>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285750" marR="0" lvl="0" indent="-184150" algn="just" rtl="0">
              <a:lnSpc>
                <a:spcPct val="90000"/>
              </a:lnSpc>
              <a:spcBef>
                <a:spcPts val="1000"/>
              </a:spcBef>
              <a:spcAft>
                <a:spcPts val="0"/>
              </a:spcAft>
              <a:buClr>
                <a:srgbClr val="004A7D"/>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285750" marR="0" lvl="0" indent="-285750" algn="just" rtl="0">
              <a:lnSpc>
                <a:spcPct val="90000"/>
              </a:lnSpc>
              <a:spcBef>
                <a:spcPts val="1000"/>
              </a:spcBef>
              <a:spcAft>
                <a:spcPts val="0"/>
              </a:spcAft>
              <a:buClr>
                <a:srgbClr val="004A7D"/>
              </a:buClr>
              <a:buSzPts val="1600"/>
              <a:buFont typeface="Arial"/>
              <a:buChar char="•"/>
            </a:pPr>
            <a:r>
              <a:rPr lang="en-US" sz="1600" b="1" i="0" u="none" strike="noStrike" cap="none">
                <a:solidFill>
                  <a:schemeClr val="dk1"/>
                </a:solidFill>
                <a:latin typeface="Times New Roman"/>
                <a:ea typeface="Times New Roman"/>
                <a:cs typeface="Times New Roman"/>
                <a:sym typeface="Times New Roman"/>
              </a:rPr>
              <a:t>Batch Normalization</a:t>
            </a:r>
            <a:r>
              <a:rPr lang="en-US" sz="1600" b="0" i="0" u="none" strike="noStrike" cap="none">
                <a:solidFill>
                  <a:schemeClr val="dk1"/>
                </a:solidFill>
                <a:latin typeface="Times New Roman"/>
                <a:ea typeface="Times New Roman"/>
                <a:cs typeface="Times New Roman"/>
                <a:sym typeface="Times New Roman"/>
              </a:rPr>
              <a:t>: After the 7x7 convolution, an initial batch normalization is performed to stabilize the training and improve the convergence.</a:t>
            </a:r>
            <a:endParaRPr/>
          </a:p>
          <a:p>
            <a:pPr marL="285750" marR="0" lvl="0" indent="-285750" algn="just" rtl="0">
              <a:lnSpc>
                <a:spcPct val="90000"/>
              </a:lnSpc>
              <a:spcBef>
                <a:spcPts val="1000"/>
              </a:spcBef>
              <a:spcAft>
                <a:spcPts val="0"/>
              </a:spcAft>
              <a:buClr>
                <a:srgbClr val="004A7D"/>
              </a:buClr>
              <a:buSzPts val="1600"/>
              <a:buFont typeface="Arial"/>
              <a:buChar char="•"/>
            </a:pPr>
            <a:r>
              <a:rPr lang="en-US" sz="1600" b="1" i="0" u="none" strike="noStrike" cap="none">
                <a:solidFill>
                  <a:schemeClr val="dk1"/>
                </a:solidFill>
                <a:latin typeface="Times New Roman"/>
                <a:ea typeface="Times New Roman"/>
                <a:cs typeface="Times New Roman"/>
                <a:sym typeface="Times New Roman"/>
              </a:rPr>
              <a:t>Rectified Linear Unit (ReLU) activation</a:t>
            </a:r>
            <a:r>
              <a:rPr lang="en-US" sz="1600" b="0" i="0" u="none" strike="noStrike" cap="none">
                <a:solidFill>
                  <a:schemeClr val="dk1"/>
                </a:solidFill>
                <a:latin typeface="Times New Roman"/>
                <a:ea typeface="Times New Roman"/>
                <a:cs typeface="Times New Roman"/>
                <a:sym typeface="Times New Roman"/>
              </a:rPr>
              <a:t>: After each convolution, the ReLU activation is applied to introduce non-linearity in the feature maps. Also, such activation function would help in overcoming vanishing gradient descent problem during optimization.</a:t>
            </a:r>
            <a:endParaRPr/>
          </a:p>
          <a:p>
            <a:pPr marL="285750" marR="0" lvl="0" indent="-171450" algn="l" rtl="0">
              <a:lnSpc>
                <a:spcPct val="90000"/>
              </a:lnSpc>
              <a:spcBef>
                <a:spcPts val="1000"/>
              </a:spcBef>
              <a:spcAft>
                <a:spcPts val="0"/>
              </a:spcAft>
              <a:buClr>
                <a:srgbClr val="004A7D"/>
              </a:buClr>
              <a:buSzPts val="1800"/>
              <a:buFont typeface="Arial"/>
              <a:buNone/>
            </a:pPr>
            <a:endParaRPr sz="1800" b="0" i="0" u="none" strike="noStrike" cap="none">
              <a:solidFill>
                <a:schemeClr val="dk1"/>
              </a:solidFill>
              <a:latin typeface="Arial"/>
              <a:ea typeface="Arial"/>
              <a:cs typeface="Arial"/>
              <a:sym typeface="Arial"/>
            </a:endParaRPr>
          </a:p>
        </p:txBody>
      </p:sp>
      <p:sp>
        <p:nvSpPr>
          <p:cNvPr id="142" name="Google Shape;142;p21"/>
          <p:cNvSpPr/>
          <p:nvPr/>
        </p:nvSpPr>
        <p:spPr>
          <a:xfrm>
            <a:off x="8571811" y="2416552"/>
            <a:ext cx="1422400" cy="546100"/>
          </a:xfrm>
          <a:prstGeom prst="roundRect">
            <a:avLst>
              <a:gd name="adj" fmla="val 16667"/>
            </a:avLst>
          </a:prstGeom>
          <a:solidFill>
            <a:schemeClr val="lt1"/>
          </a:solidFill>
          <a:ln w="127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15000"/>
              </a:lnSpc>
              <a:spcBef>
                <a:spcPts val="0"/>
              </a:spcBef>
              <a:spcAft>
                <a:spcPts val="0"/>
              </a:spcAft>
              <a:buNone/>
            </a:pPr>
            <a:r>
              <a:rPr lang="en-US" sz="1200" b="0" i="0" u="none" strike="noStrike" cap="none">
                <a:solidFill>
                  <a:schemeClr val="dk1"/>
                </a:solidFill>
                <a:latin typeface="Arial"/>
                <a:ea typeface="Arial"/>
                <a:cs typeface="Arial"/>
                <a:sym typeface="Arial"/>
              </a:rPr>
              <a:t>7x7 Convolution1</a:t>
            </a:r>
            <a:endParaRPr/>
          </a:p>
        </p:txBody>
      </p:sp>
      <p:sp>
        <p:nvSpPr>
          <p:cNvPr id="143" name="Google Shape;143;p21"/>
          <p:cNvSpPr/>
          <p:nvPr/>
        </p:nvSpPr>
        <p:spPr>
          <a:xfrm>
            <a:off x="8425761" y="3532724"/>
            <a:ext cx="1714500" cy="546100"/>
          </a:xfrm>
          <a:prstGeom prst="roundRect">
            <a:avLst>
              <a:gd name="adj" fmla="val 16667"/>
            </a:avLst>
          </a:prstGeom>
          <a:solidFill>
            <a:schemeClr val="lt1"/>
          </a:solidFill>
          <a:ln w="127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15000"/>
              </a:lnSpc>
              <a:spcBef>
                <a:spcPts val="0"/>
              </a:spcBef>
              <a:spcAft>
                <a:spcPts val="0"/>
              </a:spcAft>
              <a:buNone/>
            </a:pPr>
            <a:r>
              <a:rPr lang="en-US" sz="1200" b="0" i="0" u="none" strike="noStrike" cap="none">
                <a:solidFill>
                  <a:schemeClr val="dk1"/>
                </a:solidFill>
                <a:latin typeface="Arial"/>
                <a:ea typeface="Arial"/>
                <a:cs typeface="Arial"/>
                <a:sym typeface="Arial"/>
              </a:rPr>
              <a:t>BatchNormalization1</a:t>
            </a:r>
            <a:endParaRPr/>
          </a:p>
        </p:txBody>
      </p:sp>
      <p:sp>
        <p:nvSpPr>
          <p:cNvPr id="144" name="Google Shape;144;p21"/>
          <p:cNvSpPr/>
          <p:nvPr/>
        </p:nvSpPr>
        <p:spPr>
          <a:xfrm>
            <a:off x="8688016" y="4624924"/>
            <a:ext cx="1422400" cy="393700"/>
          </a:xfrm>
          <a:prstGeom prst="roundRect">
            <a:avLst>
              <a:gd name="adj" fmla="val 16667"/>
            </a:avLst>
          </a:prstGeom>
          <a:solidFill>
            <a:schemeClr val="lt1"/>
          </a:solidFill>
          <a:ln w="127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15000"/>
              </a:lnSpc>
              <a:spcBef>
                <a:spcPts val="0"/>
              </a:spcBef>
              <a:spcAft>
                <a:spcPts val="0"/>
              </a:spcAft>
              <a:buNone/>
            </a:pPr>
            <a:r>
              <a:rPr lang="en-US" sz="1200" b="0" i="0" u="none" strike="noStrike" cap="none">
                <a:solidFill>
                  <a:schemeClr val="dk1"/>
                </a:solidFill>
                <a:latin typeface="Arial"/>
                <a:ea typeface="Arial"/>
                <a:cs typeface="Arial"/>
                <a:sym typeface="Arial"/>
              </a:rPr>
              <a:t>ReLU1</a:t>
            </a:r>
            <a:endParaRPr/>
          </a:p>
        </p:txBody>
      </p:sp>
      <p:sp>
        <p:nvSpPr>
          <p:cNvPr id="145" name="Google Shape;145;p21"/>
          <p:cNvSpPr/>
          <p:nvPr/>
        </p:nvSpPr>
        <p:spPr>
          <a:xfrm>
            <a:off x="8618167" y="1308033"/>
            <a:ext cx="1422400" cy="546100"/>
          </a:xfrm>
          <a:prstGeom prst="roundRect">
            <a:avLst>
              <a:gd name="adj" fmla="val 16667"/>
            </a:avLst>
          </a:prstGeom>
          <a:solidFill>
            <a:schemeClr val="lt1"/>
          </a:solidFill>
          <a:ln w="127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15000"/>
              </a:lnSpc>
              <a:spcBef>
                <a:spcPts val="0"/>
              </a:spcBef>
              <a:spcAft>
                <a:spcPts val="0"/>
              </a:spcAft>
              <a:buNone/>
            </a:pPr>
            <a:r>
              <a:rPr lang="en-US" sz="1200" b="0" i="0" u="none" strike="noStrike" cap="none">
                <a:solidFill>
                  <a:schemeClr val="dk1"/>
                </a:solidFill>
                <a:latin typeface="Arial"/>
                <a:ea typeface="Arial"/>
                <a:cs typeface="Arial"/>
                <a:sym typeface="Arial"/>
              </a:rPr>
              <a:t>Input Image </a:t>
            </a:r>
            <a:endParaRPr/>
          </a:p>
        </p:txBody>
      </p:sp>
      <p:pic>
        <p:nvPicPr>
          <p:cNvPr id="146" name="Google Shape;146;p21" descr="Trees with orange and yellow leaves&#10;&#10;AI-generated content may be incorrect."/>
          <p:cNvPicPr preferRelativeResize="0"/>
          <p:nvPr/>
        </p:nvPicPr>
        <p:blipFill rotWithShape="1">
          <a:blip r:embed="rId3">
            <a:alphaModFix/>
          </a:blip>
          <a:srcRect/>
          <a:stretch/>
        </p:blipFill>
        <p:spPr>
          <a:xfrm>
            <a:off x="6695704" y="1129439"/>
            <a:ext cx="1682750" cy="903288"/>
          </a:xfrm>
          <a:prstGeom prst="rect">
            <a:avLst/>
          </a:prstGeom>
          <a:noFill/>
          <a:ln>
            <a:noFill/>
          </a:ln>
        </p:spPr>
      </p:pic>
      <p:pic>
        <p:nvPicPr>
          <p:cNvPr id="147" name="Google Shape;147;p21" descr="A green and blue image&#10;&#10;AI-generated content may be incorrect."/>
          <p:cNvPicPr preferRelativeResize="0"/>
          <p:nvPr/>
        </p:nvPicPr>
        <p:blipFill rotWithShape="1">
          <a:blip r:embed="rId4">
            <a:alphaModFix/>
          </a:blip>
          <a:srcRect t="6339"/>
          <a:stretch/>
        </p:blipFill>
        <p:spPr>
          <a:xfrm>
            <a:off x="10309800" y="2882942"/>
            <a:ext cx="1764195" cy="732673"/>
          </a:xfrm>
          <a:prstGeom prst="rect">
            <a:avLst/>
          </a:prstGeom>
          <a:noFill/>
          <a:ln>
            <a:noFill/>
          </a:ln>
        </p:spPr>
      </p:pic>
      <p:pic>
        <p:nvPicPr>
          <p:cNvPr id="148" name="Google Shape;148;p21" descr="A green and blue image&#10;&#10;AI-generated content may be incorrect."/>
          <p:cNvPicPr preferRelativeResize="0"/>
          <p:nvPr/>
        </p:nvPicPr>
        <p:blipFill rotWithShape="1">
          <a:blip r:embed="rId5">
            <a:alphaModFix/>
          </a:blip>
          <a:srcRect t="6621"/>
          <a:stretch/>
        </p:blipFill>
        <p:spPr>
          <a:xfrm>
            <a:off x="10273451" y="3990473"/>
            <a:ext cx="1800544" cy="810546"/>
          </a:xfrm>
          <a:prstGeom prst="rect">
            <a:avLst/>
          </a:prstGeom>
          <a:noFill/>
          <a:ln>
            <a:noFill/>
          </a:ln>
        </p:spPr>
      </p:pic>
      <p:pic>
        <p:nvPicPr>
          <p:cNvPr id="149" name="Google Shape;149;p21" descr="A close up of a screen&#10;&#10;AI-generated content may be incorrect."/>
          <p:cNvPicPr preferRelativeResize="0"/>
          <p:nvPr/>
        </p:nvPicPr>
        <p:blipFill rotWithShape="1">
          <a:blip r:embed="rId6">
            <a:alphaModFix/>
          </a:blip>
          <a:srcRect t="6497"/>
          <a:stretch/>
        </p:blipFill>
        <p:spPr>
          <a:xfrm>
            <a:off x="6589341" y="4328050"/>
            <a:ext cx="1835150" cy="1036755"/>
          </a:xfrm>
          <a:prstGeom prst="rect">
            <a:avLst/>
          </a:prstGeom>
          <a:noFill/>
          <a:ln>
            <a:noFill/>
          </a:ln>
        </p:spPr>
      </p:pic>
      <p:sp>
        <p:nvSpPr>
          <p:cNvPr id="150" name="Google Shape;150;p21"/>
          <p:cNvSpPr/>
          <p:nvPr/>
        </p:nvSpPr>
        <p:spPr>
          <a:xfrm>
            <a:off x="9181411" y="1865563"/>
            <a:ext cx="143510" cy="534670"/>
          </a:xfrm>
          <a:prstGeom prst="downArrow">
            <a:avLst>
              <a:gd name="adj1" fmla="val 50000"/>
              <a:gd name="adj2" fmla="val 50000"/>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51" name="Google Shape;151;p21"/>
          <p:cNvSpPr/>
          <p:nvPr/>
        </p:nvSpPr>
        <p:spPr>
          <a:xfrm>
            <a:off x="9181411" y="2962651"/>
            <a:ext cx="160655" cy="546101"/>
          </a:xfrm>
          <a:prstGeom prst="downArrow">
            <a:avLst>
              <a:gd name="adj1" fmla="val 50000"/>
              <a:gd name="adj2" fmla="val 50000"/>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52" name="Google Shape;152;p21"/>
          <p:cNvSpPr/>
          <p:nvPr/>
        </p:nvSpPr>
        <p:spPr>
          <a:xfrm>
            <a:off x="9196968" y="4078824"/>
            <a:ext cx="170816" cy="546100"/>
          </a:xfrm>
          <a:prstGeom prst="downArrow">
            <a:avLst>
              <a:gd name="adj1" fmla="val 50000"/>
              <a:gd name="adj2" fmla="val 50000"/>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53" name="Google Shape;153;p21"/>
          <p:cNvSpPr txBox="1"/>
          <p:nvPr/>
        </p:nvSpPr>
        <p:spPr>
          <a:xfrm>
            <a:off x="6328720" y="5383198"/>
            <a:ext cx="5705381"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i="1">
                <a:solidFill>
                  <a:srgbClr val="0E2841"/>
                </a:solidFill>
                <a:latin typeface="Times New Roman"/>
                <a:ea typeface="Times New Roman"/>
                <a:cs typeface="Times New Roman"/>
                <a:sym typeface="Times New Roman"/>
              </a:rPr>
              <a:t>Figure : Flowchart indicating transformation of images during single convolutional layer of Bottleneck block after each step of convolution layer (Convolution1, Batch Normalization, ReLU). The images show only the first feature map of the first channel after each operation step to simplify the visualization.</a:t>
            </a:r>
            <a:endParaRPr/>
          </a:p>
        </p:txBody>
      </p:sp>
      <p:pic>
        <p:nvPicPr>
          <p:cNvPr id="154" name="Google Shape;154;p21"/>
          <p:cNvPicPr preferRelativeResize="0"/>
          <p:nvPr/>
        </p:nvPicPr>
        <p:blipFill rotWithShape="1">
          <a:blip r:embed="rId7">
            <a:alphaModFix/>
          </a:blip>
          <a:srcRect/>
          <a:stretch/>
        </p:blipFill>
        <p:spPr>
          <a:xfrm>
            <a:off x="6096000" y="2397519"/>
            <a:ext cx="2351428" cy="539778"/>
          </a:xfrm>
          <a:prstGeom prst="rect">
            <a:avLst/>
          </a:prstGeom>
          <a:noFill/>
          <a:ln>
            <a:noFill/>
          </a:ln>
        </p:spPr>
      </p:pic>
      <p:pic>
        <p:nvPicPr>
          <p:cNvPr id="155" name="Google Shape;155;p21" descr="A black and white math equation&#10;&#10;AI-generated content may be incorrect."/>
          <p:cNvPicPr preferRelativeResize="0"/>
          <p:nvPr/>
        </p:nvPicPr>
        <p:blipFill rotWithShape="1">
          <a:blip r:embed="rId8">
            <a:alphaModFix/>
          </a:blip>
          <a:srcRect/>
          <a:stretch/>
        </p:blipFill>
        <p:spPr>
          <a:xfrm>
            <a:off x="6135002" y="3548968"/>
            <a:ext cx="2205989" cy="593920"/>
          </a:xfrm>
          <a:prstGeom prst="rect">
            <a:avLst/>
          </a:prstGeom>
          <a:noFill/>
          <a:ln>
            <a:noFill/>
          </a:ln>
        </p:spPr>
      </p:pic>
      <p:pic>
        <p:nvPicPr>
          <p:cNvPr id="156" name="Google Shape;156;p21"/>
          <p:cNvPicPr preferRelativeResize="0"/>
          <p:nvPr/>
        </p:nvPicPr>
        <p:blipFill rotWithShape="1">
          <a:blip r:embed="rId9">
            <a:alphaModFix/>
          </a:blip>
          <a:srcRect/>
          <a:stretch/>
        </p:blipFill>
        <p:spPr>
          <a:xfrm>
            <a:off x="1143255" y="3077812"/>
            <a:ext cx="4083260" cy="520727"/>
          </a:xfrm>
          <a:prstGeom prst="rect">
            <a:avLst/>
          </a:prstGeom>
          <a:noFill/>
          <a:ln>
            <a:noFill/>
          </a:ln>
        </p:spPr>
      </p:pic>
      <p:sp>
        <p:nvSpPr>
          <p:cNvPr id="157" name="Google Shape;157;p21"/>
          <p:cNvSpPr txBox="1"/>
          <p:nvPr/>
        </p:nvSpPr>
        <p:spPr>
          <a:xfrm>
            <a:off x="1961384" y="3598538"/>
            <a:ext cx="3580720"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a:solidFill>
                  <a:schemeClr val="dk1"/>
                </a:solidFill>
                <a:latin typeface="Times New Roman"/>
                <a:ea typeface="Times New Roman"/>
                <a:cs typeface="Times New Roman"/>
                <a:sym typeface="Times New Roman"/>
              </a:rPr>
              <a:t>Equation: Equation for computing output size of the image after convolution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22"/>
          <p:cNvSpPr txBox="1">
            <a:spLocks noGrp="1"/>
          </p:cNvSpPr>
          <p:nvPr>
            <p:ph type="title"/>
          </p:nvPr>
        </p:nvSpPr>
        <p:spPr>
          <a:xfrm>
            <a:off x="762000" y="304458"/>
            <a:ext cx="10515600" cy="685799"/>
          </a:xfrm>
          <a:prstGeom prst="rect">
            <a:avLst/>
          </a:prstGeom>
          <a:noFill/>
          <a:ln>
            <a:noFill/>
          </a:ln>
        </p:spPr>
        <p:txBody>
          <a:bodyPr spcFirstLastPara="1" wrap="square" lIns="0" tIns="0" rIns="91425" bIns="45700" anchor="t" anchorCtr="0">
            <a:normAutofit/>
          </a:bodyPr>
          <a:lstStyle/>
          <a:p>
            <a:pPr marL="0" lvl="0" indent="0" algn="l" rtl="0">
              <a:lnSpc>
                <a:spcPct val="90000"/>
              </a:lnSpc>
              <a:spcBef>
                <a:spcPts val="0"/>
              </a:spcBef>
              <a:spcAft>
                <a:spcPts val="0"/>
              </a:spcAft>
              <a:buClr>
                <a:srgbClr val="004A7D"/>
              </a:buClr>
              <a:buSzPts val="3800"/>
              <a:buFont typeface="Times New Roman"/>
              <a:buNone/>
            </a:pPr>
            <a:r>
              <a:rPr lang="en-US" sz="3800">
                <a:latin typeface="Times New Roman"/>
                <a:ea typeface="Times New Roman"/>
                <a:cs typeface="Times New Roman"/>
                <a:sym typeface="Times New Roman"/>
              </a:rPr>
              <a:t>Idea of Residual Neural Network-50</a:t>
            </a:r>
            <a:endParaRPr/>
          </a:p>
        </p:txBody>
      </p:sp>
      <p:sp>
        <p:nvSpPr>
          <p:cNvPr id="163" name="Google Shape;163;p22"/>
          <p:cNvSpPr txBox="1"/>
          <p:nvPr/>
        </p:nvSpPr>
        <p:spPr>
          <a:xfrm>
            <a:off x="762000" y="1110113"/>
            <a:ext cx="5029200" cy="5443429"/>
          </a:xfrm>
          <a:prstGeom prst="rect">
            <a:avLst/>
          </a:prstGeom>
          <a:noFill/>
          <a:ln>
            <a:noFill/>
          </a:ln>
        </p:spPr>
        <p:txBody>
          <a:bodyPr spcFirstLastPara="1" wrap="square" lIns="91425" tIns="45700" rIns="91425" bIns="45700" anchor="t" anchorCtr="0">
            <a:normAutofit fontScale="70000" lnSpcReduction="20000"/>
          </a:bodyPr>
          <a:lstStyle/>
          <a:p>
            <a:pPr marL="228600" marR="0" lvl="0" indent="-228600" algn="just" rtl="0">
              <a:lnSpc>
                <a:spcPct val="90000"/>
              </a:lnSpc>
              <a:spcBef>
                <a:spcPts val="0"/>
              </a:spcBef>
              <a:spcAft>
                <a:spcPts val="0"/>
              </a:spcAft>
              <a:buClr>
                <a:srgbClr val="004A7D"/>
              </a:buClr>
              <a:buSzPct val="100000"/>
              <a:buFont typeface="Noto Sans Symbols"/>
              <a:buChar char="▪"/>
            </a:pPr>
            <a:r>
              <a:rPr lang="en-US" sz="2300" b="1">
                <a:solidFill>
                  <a:schemeClr val="dk1"/>
                </a:solidFill>
                <a:latin typeface="Times New Roman"/>
                <a:ea typeface="Times New Roman"/>
                <a:cs typeface="Times New Roman"/>
                <a:sym typeface="Times New Roman"/>
              </a:rPr>
              <a:t>Problem: </a:t>
            </a:r>
            <a:r>
              <a:rPr lang="en-US" sz="2300">
                <a:solidFill>
                  <a:schemeClr val="dk1"/>
                </a:solidFill>
                <a:latin typeface="Times New Roman"/>
                <a:ea typeface="Times New Roman"/>
                <a:cs typeface="Times New Roman"/>
                <a:sym typeface="Times New Roman"/>
              </a:rPr>
              <a:t>While training deep neural networks,  the gradients at deeper layers of neural network diminish during back propagation preventing effective weight updates. This makes deep neural network very difficult to learn and increase accuracy beyond a certain depth[</a:t>
            </a:r>
            <a:r>
              <a:rPr lang="en-US" sz="2300" u="sng">
                <a:solidFill>
                  <a:schemeClr val="hlink"/>
                </a:solidFill>
                <a:latin typeface="Times New Roman"/>
                <a:ea typeface="Times New Roman"/>
                <a:cs typeface="Times New Roman"/>
                <a:sym typeface="Times New Roman"/>
                <a:hlinkClick r:id="rId3" action="ppaction://hlinksldjump"/>
              </a:rPr>
              <a:t>1</a:t>
            </a:r>
            <a:r>
              <a:rPr lang="en-US" sz="2300">
                <a:solidFill>
                  <a:schemeClr val="dk1"/>
                </a:solidFill>
                <a:latin typeface="Times New Roman"/>
                <a:ea typeface="Times New Roman"/>
                <a:cs typeface="Times New Roman"/>
                <a:sym typeface="Times New Roman"/>
              </a:rPr>
              <a:t>,</a:t>
            </a:r>
            <a:r>
              <a:rPr lang="en-US" sz="2300" u="sng">
                <a:solidFill>
                  <a:schemeClr val="hlink"/>
                </a:solidFill>
                <a:latin typeface="Times New Roman"/>
                <a:ea typeface="Times New Roman"/>
                <a:cs typeface="Times New Roman"/>
                <a:sym typeface="Times New Roman"/>
                <a:hlinkClick r:id="rId3" action="ppaction://hlinksldjump"/>
              </a:rPr>
              <a:t>2</a:t>
            </a:r>
            <a:r>
              <a:rPr lang="en-US" sz="2300">
                <a:solidFill>
                  <a:schemeClr val="dk1"/>
                </a:solidFill>
                <a:latin typeface="Times New Roman"/>
                <a:ea typeface="Times New Roman"/>
                <a:cs typeface="Times New Roman"/>
                <a:sym typeface="Times New Roman"/>
              </a:rPr>
              <a:t>].</a:t>
            </a:r>
            <a:endParaRPr/>
          </a:p>
          <a:p>
            <a:pPr marL="228600" marR="0" lvl="0" indent="-126365" algn="just" rtl="0">
              <a:lnSpc>
                <a:spcPct val="90000"/>
              </a:lnSpc>
              <a:spcBef>
                <a:spcPts val="1000"/>
              </a:spcBef>
              <a:spcAft>
                <a:spcPts val="0"/>
              </a:spcAft>
              <a:buClr>
                <a:srgbClr val="004A7D"/>
              </a:buClr>
              <a:buSzPct val="100000"/>
              <a:buFont typeface="Noto Sans Symbols"/>
              <a:buNone/>
            </a:pPr>
            <a:endParaRPr sz="2300">
              <a:solidFill>
                <a:schemeClr val="dk1"/>
              </a:solidFill>
              <a:latin typeface="Times New Roman"/>
              <a:ea typeface="Times New Roman"/>
              <a:cs typeface="Times New Roman"/>
              <a:sym typeface="Times New Roman"/>
            </a:endParaRPr>
          </a:p>
          <a:p>
            <a:pPr marL="228600" marR="0" lvl="0" indent="-228600" algn="just" rtl="0">
              <a:lnSpc>
                <a:spcPct val="90000"/>
              </a:lnSpc>
              <a:spcBef>
                <a:spcPts val="1000"/>
              </a:spcBef>
              <a:spcAft>
                <a:spcPts val="0"/>
              </a:spcAft>
              <a:buClr>
                <a:srgbClr val="004A7D"/>
              </a:buClr>
              <a:buSzPct val="100000"/>
              <a:buFont typeface="Noto Sans Symbols"/>
              <a:buChar char="▪"/>
            </a:pPr>
            <a:r>
              <a:rPr lang="en-US" sz="2300" b="1">
                <a:solidFill>
                  <a:schemeClr val="dk1"/>
                </a:solidFill>
                <a:latin typeface="Times New Roman"/>
                <a:ea typeface="Times New Roman"/>
                <a:cs typeface="Times New Roman"/>
                <a:sym typeface="Times New Roman"/>
              </a:rPr>
              <a:t>Idea: </a:t>
            </a:r>
            <a:r>
              <a:rPr lang="en-US" sz="2300">
                <a:solidFill>
                  <a:schemeClr val="dk1"/>
                </a:solidFill>
                <a:latin typeface="Times New Roman"/>
                <a:ea typeface="Times New Roman"/>
                <a:cs typeface="Times New Roman"/>
                <a:sym typeface="Times New Roman"/>
              </a:rPr>
              <a:t>After every 3 convolutional layers of CNN, the untransformed image can be superimposed onto the transformed feature map of images, thereby increasing the pixel values of transformed image for next batch of operations[</a:t>
            </a:r>
            <a:r>
              <a:rPr lang="en-US" sz="2300" u="sng">
                <a:solidFill>
                  <a:schemeClr val="hlink"/>
                </a:solidFill>
                <a:latin typeface="Times New Roman"/>
                <a:ea typeface="Times New Roman"/>
                <a:cs typeface="Times New Roman"/>
                <a:sym typeface="Times New Roman"/>
                <a:hlinkClick r:id="rId3" action="ppaction://hlinksldjump"/>
              </a:rPr>
              <a:t>3</a:t>
            </a:r>
            <a:r>
              <a:rPr lang="en-US" sz="2300">
                <a:solidFill>
                  <a:schemeClr val="dk1"/>
                </a:solidFill>
                <a:latin typeface="Times New Roman"/>
                <a:ea typeface="Times New Roman"/>
                <a:cs typeface="Times New Roman"/>
                <a:sym typeface="Times New Roman"/>
              </a:rPr>
              <a:t>]</a:t>
            </a:r>
            <a:endParaRPr/>
          </a:p>
          <a:p>
            <a:pPr marL="228600" marR="0" lvl="0" indent="-228600" algn="just" rtl="0">
              <a:lnSpc>
                <a:spcPct val="90000"/>
              </a:lnSpc>
              <a:spcBef>
                <a:spcPts val="1000"/>
              </a:spcBef>
              <a:spcAft>
                <a:spcPts val="0"/>
              </a:spcAft>
              <a:buClr>
                <a:srgbClr val="004A7D"/>
              </a:buClr>
              <a:buSzPct val="100000"/>
              <a:buFont typeface="Noto Sans Symbols"/>
              <a:buChar char="▪"/>
            </a:pPr>
            <a:r>
              <a:rPr lang="en-US" sz="2300">
                <a:solidFill>
                  <a:schemeClr val="dk1"/>
                </a:solidFill>
                <a:latin typeface="Times New Roman"/>
                <a:ea typeface="Times New Roman"/>
                <a:cs typeface="Times New Roman"/>
                <a:sym typeface="Times New Roman"/>
              </a:rPr>
              <a:t>The addition of image over the transformed image is                                                                                                                                                                            called identity mapping</a:t>
            </a:r>
            <a:endParaRPr sz="2300">
              <a:solidFill>
                <a:schemeClr val="dk1"/>
              </a:solidFill>
              <a:latin typeface="Times New Roman"/>
              <a:ea typeface="Times New Roman"/>
              <a:cs typeface="Times New Roman"/>
              <a:sym typeface="Times New Roman"/>
            </a:endParaRPr>
          </a:p>
          <a:p>
            <a:pPr marL="0" marR="0" lvl="0" indent="0" algn="just" rtl="0">
              <a:lnSpc>
                <a:spcPct val="90000"/>
              </a:lnSpc>
              <a:spcBef>
                <a:spcPts val="1000"/>
              </a:spcBef>
              <a:spcAft>
                <a:spcPts val="0"/>
              </a:spcAft>
              <a:buClr>
                <a:srgbClr val="004A7D"/>
              </a:buClr>
              <a:buSzPct val="100000"/>
              <a:buFont typeface="Noto Sans Symbols"/>
              <a:buNone/>
            </a:pPr>
            <a:r>
              <a:rPr lang="en-US" sz="2100">
                <a:solidFill>
                  <a:schemeClr val="dk1"/>
                </a:solidFill>
                <a:latin typeface="Times New Roman"/>
                <a:ea typeface="Times New Roman"/>
                <a:cs typeface="Times New Roman"/>
                <a:sym typeface="Times New Roman"/>
              </a:rPr>
              <a:t>		H(x) = F(x) + x</a:t>
            </a:r>
            <a:endParaRPr/>
          </a:p>
          <a:p>
            <a:pPr marL="0" marR="0" lvl="0" indent="0" algn="just" rtl="0">
              <a:lnSpc>
                <a:spcPct val="90000"/>
              </a:lnSpc>
              <a:spcBef>
                <a:spcPts val="1000"/>
              </a:spcBef>
              <a:spcAft>
                <a:spcPts val="0"/>
              </a:spcAft>
              <a:buClr>
                <a:srgbClr val="004A7D"/>
              </a:buClr>
              <a:buSzPct val="100000"/>
              <a:buFont typeface="Noto Sans Symbols"/>
              <a:buNone/>
            </a:pPr>
            <a:endParaRPr sz="2100">
              <a:solidFill>
                <a:schemeClr val="dk1"/>
              </a:solidFill>
              <a:latin typeface="Times New Roman"/>
              <a:ea typeface="Times New Roman"/>
              <a:cs typeface="Times New Roman"/>
              <a:sym typeface="Times New Roman"/>
            </a:endParaRPr>
          </a:p>
          <a:p>
            <a:pPr marL="228600" marR="0" lvl="0" indent="-228600" algn="just" rtl="0">
              <a:lnSpc>
                <a:spcPct val="90000"/>
              </a:lnSpc>
              <a:spcBef>
                <a:spcPts val="1000"/>
              </a:spcBef>
              <a:spcAft>
                <a:spcPts val="0"/>
              </a:spcAft>
              <a:buClr>
                <a:srgbClr val="004A7D"/>
              </a:buClr>
              <a:buSzPct val="100000"/>
              <a:buFont typeface="Noto Sans Symbols"/>
              <a:buChar char="▪"/>
            </a:pPr>
            <a:r>
              <a:rPr lang="en-US" sz="2300" b="1">
                <a:solidFill>
                  <a:schemeClr val="dk1"/>
                </a:solidFill>
                <a:latin typeface="Times New Roman"/>
                <a:ea typeface="Times New Roman"/>
                <a:cs typeface="Times New Roman"/>
                <a:sym typeface="Times New Roman"/>
              </a:rPr>
              <a:t>Advantage</a:t>
            </a:r>
            <a:r>
              <a:rPr lang="en-US" sz="2300">
                <a:solidFill>
                  <a:schemeClr val="dk1"/>
                </a:solidFill>
                <a:latin typeface="Times New Roman"/>
                <a:ea typeface="Times New Roman"/>
                <a:cs typeface="Times New Roman"/>
                <a:sym typeface="Times New Roman"/>
              </a:rPr>
              <a:t>: The identity mapping acts as shortcut connection maintaining constant error H(x)-x between ‘x’(untransformed image before 3 convolutional layers) and transformed feature map of the image H(x) for every 3 convolutional layers throughout the deep neural network.</a:t>
            </a:r>
            <a:endParaRPr/>
          </a:p>
          <a:p>
            <a:pPr marL="0" marR="0" lvl="0" indent="0" algn="just" rtl="0">
              <a:lnSpc>
                <a:spcPct val="90000"/>
              </a:lnSpc>
              <a:spcBef>
                <a:spcPts val="1000"/>
              </a:spcBef>
              <a:spcAft>
                <a:spcPts val="0"/>
              </a:spcAft>
              <a:buClr>
                <a:srgbClr val="004A7D"/>
              </a:buClr>
              <a:buSzPct val="100000"/>
              <a:buFont typeface="Noto Sans Symbols"/>
              <a:buNone/>
            </a:pPr>
            <a:r>
              <a:rPr lang="en-US" sz="2300">
                <a:solidFill>
                  <a:schemeClr val="dk1"/>
                </a:solidFill>
                <a:latin typeface="Times New Roman"/>
                <a:ea typeface="Times New Roman"/>
                <a:cs typeface="Times New Roman"/>
                <a:sym typeface="Times New Roman"/>
              </a:rPr>
              <a:t>	</a:t>
            </a:r>
            <a:r>
              <a:rPr lang="en-US" sz="2100">
                <a:solidFill>
                  <a:schemeClr val="dk1"/>
                </a:solidFill>
                <a:latin typeface="Times New Roman"/>
                <a:ea typeface="Times New Roman"/>
                <a:cs typeface="Times New Roman"/>
                <a:sym typeface="Times New Roman"/>
              </a:rPr>
              <a:t>	error =  H(x) – x = constant</a:t>
            </a:r>
            <a:endParaRPr/>
          </a:p>
          <a:p>
            <a:pPr marL="228600" marR="0" lvl="0" indent="-148590" algn="just" rtl="0">
              <a:lnSpc>
                <a:spcPct val="90000"/>
              </a:lnSpc>
              <a:spcBef>
                <a:spcPts val="1000"/>
              </a:spcBef>
              <a:spcAft>
                <a:spcPts val="0"/>
              </a:spcAft>
              <a:buClr>
                <a:srgbClr val="004A7D"/>
              </a:buClr>
              <a:buSzPct val="100000"/>
              <a:buFont typeface="Noto Sans Symbols"/>
              <a:buNone/>
            </a:pPr>
            <a:endParaRPr sz="1800">
              <a:solidFill>
                <a:schemeClr val="dk1"/>
              </a:solidFill>
              <a:latin typeface="Times New Roman"/>
              <a:ea typeface="Times New Roman"/>
              <a:cs typeface="Times New Roman"/>
              <a:sym typeface="Times New Roman"/>
            </a:endParaRPr>
          </a:p>
          <a:p>
            <a:pPr marL="457200" marR="0" lvl="1" indent="0" algn="l" rtl="0">
              <a:lnSpc>
                <a:spcPct val="90000"/>
              </a:lnSpc>
              <a:spcBef>
                <a:spcPts val="500"/>
              </a:spcBef>
              <a:spcAft>
                <a:spcPts val="0"/>
              </a:spcAft>
              <a:buClr>
                <a:srgbClr val="004A7D"/>
              </a:buClr>
              <a:buSzPct val="100000"/>
              <a:buFont typeface="Noto Sans Symbols"/>
              <a:buNone/>
            </a:pPr>
            <a:r>
              <a:rPr lang="en-US" sz="1800" b="0" i="0" u="none" strike="noStrike" cap="none">
                <a:solidFill>
                  <a:schemeClr val="dk1"/>
                </a:solidFill>
                <a:latin typeface="Times New Roman"/>
                <a:ea typeface="Times New Roman"/>
                <a:cs typeface="Times New Roman"/>
                <a:sym typeface="Times New Roman"/>
              </a:rPr>
              <a:t>		</a:t>
            </a:r>
            <a:endParaRPr/>
          </a:p>
          <a:p>
            <a:pPr marL="457200" marR="0" lvl="1" indent="0" algn="l" rtl="0">
              <a:lnSpc>
                <a:spcPct val="90000"/>
              </a:lnSpc>
              <a:spcBef>
                <a:spcPts val="500"/>
              </a:spcBef>
              <a:spcAft>
                <a:spcPts val="0"/>
              </a:spcAft>
              <a:buClr>
                <a:srgbClr val="004A7D"/>
              </a:buClr>
              <a:buSzPct val="100000"/>
              <a:buFont typeface="Noto Sans Symbols"/>
              <a:buNone/>
            </a:pPr>
            <a:endParaRPr sz="1800" b="0" i="0" u="none" strike="noStrike" cap="none">
              <a:solidFill>
                <a:schemeClr val="dk1"/>
              </a:solidFill>
              <a:latin typeface="Arial"/>
              <a:ea typeface="Arial"/>
              <a:cs typeface="Arial"/>
              <a:sym typeface="Arial"/>
            </a:endParaRPr>
          </a:p>
        </p:txBody>
      </p:sp>
      <p:pic>
        <p:nvPicPr>
          <p:cNvPr id="164" name="Google Shape;164;p22" descr="A diagram of a program&#10;&#10;AI-generated content may be incorrect."/>
          <p:cNvPicPr preferRelativeResize="0"/>
          <p:nvPr/>
        </p:nvPicPr>
        <p:blipFill rotWithShape="1">
          <a:blip r:embed="rId4">
            <a:alphaModFix/>
          </a:blip>
          <a:srcRect/>
          <a:stretch/>
        </p:blipFill>
        <p:spPr>
          <a:xfrm>
            <a:off x="6096001" y="1094071"/>
            <a:ext cx="5257798" cy="3420532"/>
          </a:xfrm>
          <a:prstGeom prst="rect">
            <a:avLst/>
          </a:prstGeom>
          <a:noFill/>
          <a:ln>
            <a:noFill/>
          </a:ln>
        </p:spPr>
      </p:pic>
      <p:sp>
        <p:nvSpPr>
          <p:cNvPr id="165" name="Google Shape;165;p22"/>
          <p:cNvSpPr txBox="1"/>
          <p:nvPr/>
        </p:nvSpPr>
        <p:spPr>
          <a:xfrm>
            <a:off x="5312768" y="5083563"/>
            <a:ext cx="6985001" cy="338554"/>
          </a:xfrm>
          <a:prstGeom prst="rect">
            <a:avLst/>
          </a:prstGeom>
          <a:noFill/>
          <a:ln>
            <a:noFill/>
          </a:ln>
        </p:spPr>
        <p:txBody>
          <a:bodyPr spcFirstLastPara="1" wrap="square" lIns="91425" tIns="45700" rIns="91425" bIns="45700" anchor="t" anchorCtr="0">
            <a:spAutoFit/>
          </a:bodyPr>
          <a:lstStyle/>
          <a:p>
            <a:pPr marL="914400" marR="0" lvl="0" indent="0" algn="l" rtl="0">
              <a:spcBef>
                <a:spcPts val="0"/>
              </a:spcBef>
              <a:spcAft>
                <a:spcPts val="0"/>
              </a:spcAft>
              <a:buNone/>
            </a:pPr>
            <a:r>
              <a:rPr lang="en-US" sz="800" i="1">
                <a:solidFill>
                  <a:srgbClr val="0E2841"/>
                </a:solidFill>
                <a:latin typeface="Times New Roman"/>
                <a:ea typeface="Times New Roman"/>
                <a:cs typeface="Times New Roman"/>
                <a:sym typeface="Times New Roman"/>
              </a:rPr>
              <a:t>Figure: Architecture of the implemented Bottleneck Residual Block in ResNet-50, illustrating the three convolutional layers along with batch normalization and RELU transformation</a:t>
            </a:r>
            <a:endParaRPr sz="800" i="1">
              <a:solidFill>
                <a:srgbClr val="0E284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23"/>
          <p:cNvSpPr txBox="1">
            <a:spLocks noGrp="1"/>
          </p:cNvSpPr>
          <p:nvPr>
            <p:ph type="title"/>
          </p:nvPr>
        </p:nvSpPr>
        <p:spPr>
          <a:xfrm>
            <a:off x="365603" y="170393"/>
            <a:ext cx="10988197" cy="921808"/>
          </a:xfrm>
          <a:prstGeom prst="rect">
            <a:avLst/>
          </a:prstGeom>
          <a:noFill/>
          <a:ln>
            <a:noFill/>
          </a:ln>
        </p:spPr>
        <p:txBody>
          <a:bodyPr spcFirstLastPara="1" wrap="square" lIns="0" tIns="0" rIns="91425" bIns="45700" anchor="t" anchorCtr="0">
            <a:normAutofit/>
          </a:bodyPr>
          <a:lstStyle/>
          <a:p>
            <a:pPr marL="0" lvl="0" indent="0" algn="l" rtl="0">
              <a:lnSpc>
                <a:spcPct val="90000"/>
              </a:lnSpc>
              <a:spcBef>
                <a:spcPts val="0"/>
              </a:spcBef>
              <a:spcAft>
                <a:spcPts val="0"/>
              </a:spcAft>
              <a:buClr>
                <a:srgbClr val="004A7D"/>
              </a:buClr>
              <a:buSzPts val="3800"/>
              <a:buFont typeface="Times New Roman"/>
              <a:buNone/>
            </a:pPr>
            <a:r>
              <a:rPr lang="en-US" sz="3800">
                <a:latin typeface="Times New Roman"/>
                <a:ea typeface="Times New Roman"/>
                <a:cs typeface="Times New Roman"/>
                <a:sym typeface="Times New Roman"/>
              </a:rPr>
              <a:t>Construction of Bottleneck Block-Building blocks</a:t>
            </a:r>
            <a:endParaRPr/>
          </a:p>
        </p:txBody>
      </p:sp>
      <p:sp>
        <p:nvSpPr>
          <p:cNvPr id="171" name="Google Shape;171;p23"/>
          <p:cNvSpPr txBox="1"/>
          <p:nvPr/>
        </p:nvSpPr>
        <p:spPr>
          <a:xfrm>
            <a:off x="327416" y="1371600"/>
            <a:ext cx="6218077" cy="4757745"/>
          </a:xfrm>
          <a:prstGeom prst="rect">
            <a:avLst/>
          </a:prstGeom>
          <a:noFill/>
          <a:ln>
            <a:noFill/>
          </a:ln>
        </p:spPr>
        <p:txBody>
          <a:bodyPr spcFirstLastPara="1" wrap="square" lIns="91425" tIns="45700" rIns="91425" bIns="45700" anchor="t" anchorCtr="0">
            <a:normAutofit fontScale="92500" lnSpcReduction="10000"/>
          </a:bodyPr>
          <a:lstStyle/>
          <a:p>
            <a:pPr marL="342900" marR="0" lvl="0" indent="-248920" algn="l" rtl="0">
              <a:lnSpc>
                <a:spcPct val="90000"/>
              </a:lnSpc>
              <a:spcBef>
                <a:spcPts val="0"/>
              </a:spcBef>
              <a:spcAft>
                <a:spcPts val="0"/>
              </a:spcAft>
              <a:buClr>
                <a:srgbClr val="004A7D"/>
              </a:buClr>
              <a:buSzPct val="100000"/>
              <a:buFont typeface="Noto Sans Symbols"/>
              <a:buNone/>
            </a:pPr>
            <a:endParaRPr sz="1600" b="1">
              <a:solidFill>
                <a:schemeClr val="dk1"/>
              </a:solidFill>
              <a:latin typeface="Times New Roman"/>
              <a:ea typeface="Times New Roman"/>
              <a:cs typeface="Times New Roman"/>
              <a:sym typeface="Times New Roman"/>
            </a:endParaRPr>
          </a:p>
          <a:p>
            <a:pPr marL="342900" marR="0" lvl="0" indent="-248920" algn="l" rtl="0">
              <a:lnSpc>
                <a:spcPct val="90000"/>
              </a:lnSpc>
              <a:spcBef>
                <a:spcPts val="1000"/>
              </a:spcBef>
              <a:spcAft>
                <a:spcPts val="0"/>
              </a:spcAft>
              <a:buClr>
                <a:srgbClr val="004A7D"/>
              </a:buClr>
              <a:buSzPct val="100000"/>
              <a:buFont typeface="Noto Sans Symbols"/>
              <a:buNone/>
            </a:pPr>
            <a:endParaRPr sz="1600" b="1">
              <a:solidFill>
                <a:schemeClr val="dk1"/>
              </a:solidFill>
              <a:latin typeface="Times New Roman"/>
              <a:ea typeface="Times New Roman"/>
              <a:cs typeface="Times New Roman"/>
              <a:sym typeface="Times New Roman"/>
            </a:endParaRPr>
          </a:p>
          <a:p>
            <a:pPr marL="342900" marR="0" lvl="0" indent="-248920" algn="l" rtl="0">
              <a:lnSpc>
                <a:spcPct val="90000"/>
              </a:lnSpc>
              <a:spcBef>
                <a:spcPts val="1000"/>
              </a:spcBef>
              <a:spcAft>
                <a:spcPts val="0"/>
              </a:spcAft>
              <a:buClr>
                <a:srgbClr val="004A7D"/>
              </a:buClr>
              <a:buSzPct val="100000"/>
              <a:buFont typeface="Noto Sans Symbols"/>
              <a:buNone/>
            </a:pPr>
            <a:endParaRPr sz="1600" b="1">
              <a:solidFill>
                <a:schemeClr val="dk1"/>
              </a:solidFill>
              <a:latin typeface="Times New Roman"/>
              <a:ea typeface="Times New Roman"/>
              <a:cs typeface="Times New Roman"/>
              <a:sym typeface="Times New Roman"/>
            </a:endParaRPr>
          </a:p>
          <a:p>
            <a:pPr marL="342900" marR="0" lvl="0" indent="-342900" algn="just" rtl="0">
              <a:lnSpc>
                <a:spcPct val="90000"/>
              </a:lnSpc>
              <a:spcBef>
                <a:spcPts val="1000"/>
              </a:spcBef>
              <a:spcAft>
                <a:spcPts val="0"/>
              </a:spcAft>
              <a:buClr>
                <a:srgbClr val="004A7D"/>
              </a:buClr>
              <a:buSzPct val="100000"/>
              <a:buFont typeface="Noto Sans Symbols"/>
              <a:buAutoNum type="arabicParenR"/>
            </a:pPr>
            <a:r>
              <a:rPr lang="en-US" sz="1600" b="1">
                <a:solidFill>
                  <a:schemeClr val="dk1"/>
                </a:solidFill>
                <a:latin typeface="Times New Roman"/>
                <a:ea typeface="Times New Roman"/>
                <a:cs typeface="Times New Roman"/>
                <a:sym typeface="Times New Roman"/>
              </a:rPr>
              <a:t>1×1 Convolution (Dimensionality Reduction): </a:t>
            </a:r>
            <a:r>
              <a:rPr lang="en-US" sz="1600">
                <a:solidFill>
                  <a:schemeClr val="dk1"/>
                </a:solidFill>
                <a:latin typeface="Times New Roman"/>
                <a:ea typeface="Times New Roman"/>
                <a:cs typeface="Times New Roman"/>
                <a:sym typeface="Times New Roman"/>
              </a:rPr>
              <a:t>Before performing expensive 3x3 convolution operation, the number of channels are reduced to intermediate bottleneck channels, except for first residual layer to preserve initial features.</a:t>
            </a:r>
            <a:endParaRPr sz="1200">
              <a:solidFill>
                <a:schemeClr val="dk1"/>
              </a:solidFill>
              <a:latin typeface="Times New Roman"/>
              <a:ea typeface="Times New Roman"/>
              <a:cs typeface="Times New Roman"/>
              <a:sym typeface="Times New Roman"/>
            </a:endParaRPr>
          </a:p>
          <a:p>
            <a:pPr marL="0" marR="0" lvl="0" indent="0" algn="just" rtl="0">
              <a:lnSpc>
                <a:spcPct val="90000"/>
              </a:lnSpc>
              <a:spcBef>
                <a:spcPts val="1000"/>
              </a:spcBef>
              <a:spcAft>
                <a:spcPts val="0"/>
              </a:spcAft>
              <a:buClr>
                <a:srgbClr val="004A7D"/>
              </a:buClr>
              <a:buSzPct val="100000"/>
              <a:buFont typeface="Noto Sans Symbols"/>
              <a:buNone/>
            </a:pPr>
            <a:r>
              <a:rPr lang="en-US" sz="1600">
                <a:solidFill>
                  <a:schemeClr val="dk1"/>
                </a:solidFill>
                <a:latin typeface="Times New Roman"/>
                <a:ea typeface="Times New Roman"/>
                <a:cs typeface="Times New Roman"/>
                <a:sym typeface="Times New Roman"/>
              </a:rPr>
              <a:t>        1x1 Conv: (B, 256, H/4, W/4) → (B, 128, H/4, W/4)</a:t>
            </a:r>
            <a:endParaRPr/>
          </a:p>
          <a:p>
            <a:pPr marL="0" marR="0" lvl="0" indent="0" algn="just" rtl="0">
              <a:lnSpc>
                <a:spcPct val="90000"/>
              </a:lnSpc>
              <a:spcBef>
                <a:spcPts val="1000"/>
              </a:spcBef>
              <a:spcAft>
                <a:spcPts val="0"/>
              </a:spcAft>
              <a:buClr>
                <a:srgbClr val="004A7D"/>
              </a:buClr>
              <a:buSzPct val="100000"/>
              <a:buFont typeface="Noto Sans Symbols"/>
              <a:buNone/>
            </a:pPr>
            <a:endParaRPr sz="1600">
              <a:solidFill>
                <a:schemeClr val="dk1"/>
              </a:solidFill>
              <a:latin typeface="Times New Roman"/>
              <a:ea typeface="Times New Roman"/>
              <a:cs typeface="Times New Roman"/>
              <a:sym typeface="Times New Roman"/>
            </a:endParaRPr>
          </a:p>
          <a:p>
            <a:pPr marL="342900" marR="0" lvl="0" indent="-342900" algn="just" rtl="0">
              <a:lnSpc>
                <a:spcPct val="90000"/>
              </a:lnSpc>
              <a:spcBef>
                <a:spcPts val="1000"/>
              </a:spcBef>
              <a:spcAft>
                <a:spcPts val="0"/>
              </a:spcAft>
              <a:buClr>
                <a:srgbClr val="004A7D"/>
              </a:buClr>
              <a:buSzPct val="100000"/>
              <a:buFont typeface="Noto Sans Symbols"/>
              <a:buAutoNum type="arabicParenR" startAt="2"/>
            </a:pPr>
            <a:r>
              <a:rPr lang="en-US" sz="1600" b="1">
                <a:solidFill>
                  <a:schemeClr val="dk1"/>
                </a:solidFill>
                <a:latin typeface="Times New Roman"/>
                <a:ea typeface="Times New Roman"/>
                <a:cs typeface="Times New Roman"/>
                <a:sym typeface="Times New Roman"/>
              </a:rPr>
              <a:t>3×3 Convolution (Feature Transformation): </a:t>
            </a:r>
            <a:r>
              <a:rPr lang="en-US" sz="1600">
                <a:solidFill>
                  <a:schemeClr val="dk1"/>
                </a:solidFill>
                <a:latin typeface="Times New Roman"/>
                <a:ea typeface="Times New Roman"/>
                <a:cs typeface="Times New Roman"/>
                <a:sym typeface="Times New Roman"/>
              </a:rPr>
              <a:t>The layer extracts rich features from the reduced-dimensional representation for learning complex patterns. The spatial resolution(height and width) are reduced by half with stride 2.</a:t>
            </a:r>
            <a:endParaRPr/>
          </a:p>
          <a:p>
            <a:pPr marL="457200" marR="0" lvl="1" indent="0" algn="just" rtl="0">
              <a:lnSpc>
                <a:spcPct val="90000"/>
              </a:lnSpc>
              <a:spcBef>
                <a:spcPts val="500"/>
              </a:spcBef>
              <a:spcAft>
                <a:spcPts val="0"/>
              </a:spcAft>
              <a:buClr>
                <a:srgbClr val="004A7D"/>
              </a:buClr>
              <a:buSzPct val="100000"/>
              <a:buFont typeface="Noto Sans Symbols"/>
              <a:buNone/>
            </a:pPr>
            <a:r>
              <a:rPr lang="en-US" sz="1600" b="0" i="0" u="none" strike="noStrike" cap="none">
                <a:solidFill>
                  <a:schemeClr val="dk1"/>
                </a:solidFill>
                <a:latin typeface="Times New Roman"/>
                <a:ea typeface="Times New Roman"/>
                <a:cs typeface="Times New Roman"/>
                <a:sym typeface="Times New Roman"/>
              </a:rPr>
              <a:t>3x3 Conv (stride=2): (B, 128, H/4, W/4) → (B, 128, H/8, W/8)</a:t>
            </a:r>
            <a:endParaRPr/>
          </a:p>
          <a:p>
            <a:pPr marL="457200" marR="0" lvl="1" indent="0" algn="just" rtl="0">
              <a:lnSpc>
                <a:spcPct val="90000"/>
              </a:lnSpc>
              <a:spcBef>
                <a:spcPts val="500"/>
              </a:spcBef>
              <a:spcAft>
                <a:spcPts val="0"/>
              </a:spcAft>
              <a:buClr>
                <a:srgbClr val="004A7D"/>
              </a:buClr>
              <a:buSzPct val="100000"/>
              <a:buFont typeface="Noto Sans Symbols"/>
              <a:buNone/>
            </a:pPr>
            <a:endParaRPr sz="1200" b="0" i="0" u="none" strike="noStrike" cap="none">
              <a:solidFill>
                <a:schemeClr val="dk1"/>
              </a:solidFill>
              <a:latin typeface="Times New Roman"/>
              <a:ea typeface="Times New Roman"/>
              <a:cs typeface="Times New Roman"/>
              <a:sym typeface="Times New Roman"/>
            </a:endParaRPr>
          </a:p>
          <a:p>
            <a:pPr marL="0" marR="0" lvl="0" indent="0" algn="just" rtl="0">
              <a:lnSpc>
                <a:spcPct val="90000"/>
              </a:lnSpc>
              <a:spcBef>
                <a:spcPts val="1000"/>
              </a:spcBef>
              <a:spcAft>
                <a:spcPts val="0"/>
              </a:spcAft>
              <a:buClr>
                <a:srgbClr val="004A7D"/>
              </a:buClr>
              <a:buSzPct val="100000"/>
              <a:buFont typeface="Noto Sans Symbols"/>
              <a:buNone/>
            </a:pPr>
            <a:r>
              <a:rPr lang="en-US" sz="1600" b="1">
                <a:solidFill>
                  <a:schemeClr val="dk1"/>
                </a:solidFill>
                <a:latin typeface="Times New Roman"/>
                <a:ea typeface="Times New Roman"/>
                <a:cs typeface="Times New Roman"/>
                <a:sym typeface="Times New Roman"/>
              </a:rPr>
              <a:t>3) 1×1 Convolution (Dimensionality Restoration): </a:t>
            </a:r>
            <a:r>
              <a:rPr lang="en-US" sz="1600">
                <a:solidFill>
                  <a:schemeClr val="dk1"/>
                </a:solidFill>
                <a:latin typeface="Times New Roman"/>
                <a:ea typeface="Times New Roman"/>
                <a:cs typeface="Times New Roman"/>
                <a:sym typeface="Times New Roman"/>
              </a:rPr>
              <a:t>The final layer increases the bottleneck channels by bottle neck ratio (considered 4 for Resnet-50).</a:t>
            </a:r>
            <a:endParaRPr/>
          </a:p>
          <a:p>
            <a:pPr marL="0" marR="0" lvl="0" indent="0" algn="just" rtl="0">
              <a:lnSpc>
                <a:spcPct val="90000"/>
              </a:lnSpc>
              <a:spcBef>
                <a:spcPts val="1000"/>
              </a:spcBef>
              <a:spcAft>
                <a:spcPts val="0"/>
              </a:spcAft>
              <a:buClr>
                <a:srgbClr val="004A7D"/>
              </a:buClr>
              <a:buSzPct val="100000"/>
              <a:buFont typeface="Noto Sans Symbols"/>
              <a:buNone/>
            </a:pPr>
            <a:r>
              <a:rPr lang="en-US" sz="1600">
                <a:solidFill>
                  <a:schemeClr val="dk1"/>
                </a:solidFill>
                <a:latin typeface="Times New Roman"/>
                <a:ea typeface="Times New Roman"/>
                <a:cs typeface="Times New Roman"/>
                <a:sym typeface="Times New Roman"/>
              </a:rPr>
              <a:t>         1x1 Conv: (B, 128, H/8, W/8) → (B, 512, H/8, W/8)</a:t>
            </a:r>
            <a:endParaRPr/>
          </a:p>
          <a:p>
            <a:pPr marL="0" marR="0" lvl="0" indent="0" algn="l" rtl="0">
              <a:lnSpc>
                <a:spcPct val="90000"/>
              </a:lnSpc>
              <a:spcBef>
                <a:spcPts val="1000"/>
              </a:spcBef>
              <a:spcAft>
                <a:spcPts val="0"/>
              </a:spcAft>
              <a:buClr>
                <a:srgbClr val="004A7D"/>
              </a:buClr>
              <a:buSzPct val="100000"/>
              <a:buFont typeface="Noto Sans Symbols"/>
              <a:buNone/>
            </a:pPr>
            <a:endParaRPr sz="1600">
              <a:solidFill>
                <a:schemeClr val="dk1"/>
              </a:solidFill>
              <a:latin typeface="Times New Roman"/>
              <a:ea typeface="Times New Roman"/>
              <a:cs typeface="Times New Roman"/>
              <a:sym typeface="Times New Roman"/>
            </a:endParaRPr>
          </a:p>
          <a:p>
            <a:pPr marL="0" marR="0" lvl="0" indent="0" algn="l" rtl="0">
              <a:lnSpc>
                <a:spcPct val="90000"/>
              </a:lnSpc>
              <a:spcBef>
                <a:spcPts val="1000"/>
              </a:spcBef>
              <a:spcAft>
                <a:spcPts val="0"/>
              </a:spcAft>
              <a:buClr>
                <a:srgbClr val="004A7D"/>
              </a:buClr>
              <a:buSzPct val="100000"/>
              <a:buFont typeface="Noto Sans Symbols"/>
              <a:buNone/>
            </a:pPr>
            <a:endParaRPr sz="1600">
              <a:solidFill>
                <a:schemeClr val="dk1"/>
              </a:solidFill>
              <a:latin typeface="Times New Roman"/>
              <a:ea typeface="Times New Roman"/>
              <a:cs typeface="Times New Roman"/>
              <a:sym typeface="Times New Roman"/>
            </a:endParaRPr>
          </a:p>
          <a:p>
            <a:pPr marL="0" marR="0" lvl="0" indent="0" algn="l" rtl="0">
              <a:lnSpc>
                <a:spcPct val="90000"/>
              </a:lnSpc>
              <a:spcBef>
                <a:spcPts val="1000"/>
              </a:spcBef>
              <a:spcAft>
                <a:spcPts val="0"/>
              </a:spcAft>
              <a:buClr>
                <a:srgbClr val="004A7D"/>
              </a:buClr>
              <a:buSzPct val="100000"/>
              <a:buFont typeface="Noto Sans Symbols"/>
              <a:buNone/>
            </a:pPr>
            <a:endParaRPr sz="1600">
              <a:solidFill>
                <a:schemeClr val="dk1"/>
              </a:solidFill>
              <a:latin typeface="Times New Roman"/>
              <a:ea typeface="Times New Roman"/>
              <a:cs typeface="Times New Roman"/>
              <a:sym typeface="Times New Roman"/>
            </a:endParaRPr>
          </a:p>
        </p:txBody>
      </p:sp>
      <p:pic>
        <p:nvPicPr>
          <p:cNvPr id="172" name="Google Shape;172;p23" descr="A diagram of a program&#10;&#10;AI-generated content may be incorrect."/>
          <p:cNvPicPr preferRelativeResize="0"/>
          <p:nvPr/>
        </p:nvPicPr>
        <p:blipFill rotWithShape="1">
          <a:blip r:embed="rId3">
            <a:alphaModFix/>
          </a:blip>
          <a:srcRect/>
          <a:stretch/>
        </p:blipFill>
        <p:spPr>
          <a:xfrm>
            <a:off x="6583680" y="1294597"/>
            <a:ext cx="4856745" cy="3169118"/>
          </a:xfrm>
          <a:prstGeom prst="rect">
            <a:avLst/>
          </a:prstGeom>
          <a:noFill/>
          <a:ln>
            <a:noFill/>
          </a:ln>
        </p:spPr>
      </p:pic>
      <p:sp>
        <p:nvSpPr>
          <p:cNvPr id="173" name="Google Shape;173;p23"/>
          <p:cNvSpPr txBox="1"/>
          <p:nvPr/>
        </p:nvSpPr>
        <p:spPr>
          <a:xfrm>
            <a:off x="571178" y="922581"/>
            <a:ext cx="5755907" cy="1260666"/>
          </a:xfrm>
          <a:prstGeom prst="rect">
            <a:avLst/>
          </a:prstGeom>
          <a:blipFill rotWithShape="1">
            <a:blip r:embed="rId4">
              <a:alphaModFix/>
            </a:blip>
            <a:stretch>
              <a:fillRect l="-423" t="-964" b="-4346"/>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Arial"/>
                <a:ea typeface="Arial"/>
                <a:cs typeface="Arial"/>
                <a:sym typeface="Arial"/>
              </a:rPr>
              <a:t> </a:t>
            </a:r>
            <a:endParaRPr/>
          </a:p>
        </p:txBody>
      </p:sp>
      <p:sp>
        <p:nvSpPr>
          <p:cNvPr id="174" name="Google Shape;174;p23"/>
          <p:cNvSpPr txBox="1"/>
          <p:nvPr/>
        </p:nvSpPr>
        <p:spPr>
          <a:xfrm>
            <a:off x="6433456" y="4723040"/>
            <a:ext cx="5431127" cy="338554"/>
          </a:xfrm>
          <a:prstGeom prst="rect">
            <a:avLst/>
          </a:prstGeom>
          <a:noFill/>
          <a:ln>
            <a:noFill/>
          </a:ln>
        </p:spPr>
        <p:txBody>
          <a:bodyPr spcFirstLastPara="1" wrap="square" lIns="91425" tIns="45700" rIns="91425" bIns="45700" anchor="t" anchorCtr="0">
            <a:spAutoFit/>
          </a:bodyPr>
          <a:lstStyle/>
          <a:p>
            <a:pPr marL="914400" marR="0" lvl="0" indent="0" algn="l" rtl="0">
              <a:spcBef>
                <a:spcPts val="0"/>
              </a:spcBef>
              <a:spcAft>
                <a:spcPts val="0"/>
              </a:spcAft>
              <a:buNone/>
            </a:pPr>
            <a:r>
              <a:rPr lang="en-US" sz="800" i="1">
                <a:solidFill>
                  <a:srgbClr val="0E2841"/>
                </a:solidFill>
                <a:latin typeface="Times New Roman"/>
                <a:ea typeface="Times New Roman"/>
                <a:cs typeface="Times New Roman"/>
                <a:sym typeface="Times New Roman"/>
              </a:rPr>
              <a:t>Figure: Architecture of the implemented Bottleneck Residual Block in ResNet-50, illustrating the three convolutional layers along with batch normalization and RELU transformation</a:t>
            </a:r>
            <a:endParaRPr sz="800" i="1">
              <a:solidFill>
                <a:srgbClr val="0E284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24"/>
          <p:cNvSpPr txBox="1">
            <a:spLocks noGrp="1"/>
          </p:cNvSpPr>
          <p:nvPr>
            <p:ph type="title"/>
          </p:nvPr>
        </p:nvSpPr>
        <p:spPr>
          <a:xfrm>
            <a:off x="838200" y="365126"/>
            <a:ext cx="10515600" cy="854418"/>
          </a:xfrm>
          <a:prstGeom prst="rect">
            <a:avLst/>
          </a:prstGeom>
          <a:noFill/>
          <a:ln>
            <a:noFill/>
          </a:ln>
        </p:spPr>
        <p:txBody>
          <a:bodyPr spcFirstLastPara="1" wrap="square" lIns="0" tIns="0" rIns="91425" bIns="45700" anchor="t" anchorCtr="0">
            <a:normAutofit/>
          </a:bodyPr>
          <a:lstStyle/>
          <a:p>
            <a:pPr marL="0" lvl="0" indent="0" algn="l" rtl="0">
              <a:lnSpc>
                <a:spcPct val="90000"/>
              </a:lnSpc>
              <a:spcBef>
                <a:spcPts val="0"/>
              </a:spcBef>
              <a:spcAft>
                <a:spcPts val="0"/>
              </a:spcAft>
              <a:buClr>
                <a:srgbClr val="004A7D"/>
              </a:buClr>
              <a:buSzPts val="3800"/>
              <a:buFont typeface="Times New Roman"/>
              <a:buNone/>
            </a:pPr>
            <a:r>
              <a:rPr lang="en-US" sz="3800">
                <a:latin typeface="Times New Roman"/>
                <a:ea typeface="Times New Roman"/>
                <a:cs typeface="Times New Roman"/>
                <a:sym typeface="Times New Roman"/>
              </a:rPr>
              <a:t>Construction of residual layers in ResNet-50</a:t>
            </a:r>
            <a:endParaRPr sz="3800"/>
          </a:p>
        </p:txBody>
      </p:sp>
      <p:graphicFrame>
        <p:nvGraphicFramePr>
          <p:cNvPr id="180" name="Google Shape;180;p24"/>
          <p:cNvGraphicFramePr/>
          <p:nvPr/>
        </p:nvGraphicFramePr>
        <p:xfrm>
          <a:off x="6403220" y="1675707"/>
          <a:ext cx="5181575" cy="3078275"/>
        </p:xfrm>
        <a:graphic>
          <a:graphicData uri="http://schemas.openxmlformats.org/drawingml/2006/table">
            <a:tbl>
              <a:tblPr firstRow="1" firstCol="1" bandRow="1">
                <a:noFill/>
                <a:tableStyleId>{1ECE53F8-A315-4ED4-B18B-2531D1403790}</a:tableStyleId>
              </a:tblPr>
              <a:tblGrid>
                <a:gridCol w="1178250">
                  <a:extLst>
                    <a:ext uri="{9D8B030D-6E8A-4147-A177-3AD203B41FA5}">
                      <a16:colId xmlns:a16="http://schemas.microsoft.com/office/drawing/2014/main" val="20000"/>
                    </a:ext>
                  </a:extLst>
                </a:gridCol>
                <a:gridCol w="1277425">
                  <a:extLst>
                    <a:ext uri="{9D8B030D-6E8A-4147-A177-3AD203B41FA5}">
                      <a16:colId xmlns:a16="http://schemas.microsoft.com/office/drawing/2014/main" val="20001"/>
                    </a:ext>
                  </a:extLst>
                </a:gridCol>
                <a:gridCol w="1710375">
                  <a:extLst>
                    <a:ext uri="{9D8B030D-6E8A-4147-A177-3AD203B41FA5}">
                      <a16:colId xmlns:a16="http://schemas.microsoft.com/office/drawing/2014/main" val="20002"/>
                    </a:ext>
                  </a:extLst>
                </a:gridCol>
                <a:gridCol w="1015525">
                  <a:extLst>
                    <a:ext uri="{9D8B030D-6E8A-4147-A177-3AD203B41FA5}">
                      <a16:colId xmlns:a16="http://schemas.microsoft.com/office/drawing/2014/main" val="20003"/>
                    </a:ext>
                  </a:extLst>
                </a:gridCol>
              </a:tblGrid>
              <a:tr h="477300">
                <a:tc>
                  <a:txBody>
                    <a:bodyPr/>
                    <a:lstStyle/>
                    <a:p>
                      <a:pPr marL="0" marR="0" lvl="0" indent="0" algn="l" rtl="0">
                        <a:lnSpc>
                          <a:spcPct val="115000"/>
                        </a:lnSpc>
                        <a:spcBef>
                          <a:spcPts val="0"/>
                        </a:spcBef>
                        <a:spcAft>
                          <a:spcPts val="0"/>
                        </a:spcAft>
                        <a:buClr>
                          <a:schemeClr val="dk1"/>
                        </a:buClr>
                        <a:buSzPts val="1100"/>
                        <a:buFont typeface="Times New Roman"/>
                        <a:buNone/>
                      </a:pPr>
                      <a:r>
                        <a:rPr lang="en-US" sz="1100">
                          <a:latin typeface="Times New Roman"/>
                          <a:ea typeface="Times New Roman"/>
                          <a:cs typeface="Times New Roman"/>
                          <a:sym typeface="Times New Roman"/>
                        </a:rPr>
                        <a:t>Residual Layers</a:t>
                      </a:r>
                      <a:endParaRPr/>
                    </a:p>
                    <a:p>
                      <a:pPr marL="0" marR="0" lvl="0" indent="0" algn="l" rtl="0">
                        <a:lnSpc>
                          <a:spcPct val="115000"/>
                        </a:lnSpc>
                        <a:spcBef>
                          <a:spcPts val="800"/>
                        </a:spcBef>
                        <a:spcAft>
                          <a:spcPts val="0"/>
                        </a:spcAft>
                        <a:buClr>
                          <a:schemeClr val="dk1"/>
                        </a:buClr>
                        <a:buSzPts val="1100"/>
                        <a:buFont typeface="Times New Roman"/>
                        <a:buNone/>
                      </a:pPr>
                      <a:r>
                        <a:rPr lang="en-US" sz="1100">
                          <a:latin typeface="Times New Roman"/>
                          <a:ea typeface="Times New Roman"/>
                          <a:cs typeface="Times New Roman"/>
                          <a:sym typeface="Times New Roman"/>
                        </a:rPr>
                        <a:t> </a:t>
                      </a:r>
                      <a:endParaRPr sz="1100">
                        <a:latin typeface="Times New Roman"/>
                        <a:ea typeface="Times New Roman"/>
                        <a:cs typeface="Times New Roman"/>
                        <a:sym typeface="Times New Roman"/>
                      </a:endParaRPr>
                    </a:p>
                  </a:txBody>
                  <a:tcPr marL="64150" marR="64150" marT="0" marB="0"/>
                </a:tc>
                <a:tc>
                  <a:txBody>
                    <a:bodyPr/>
                    <a:lstStyle/>
                    <a:p>
                      <a:pPr marL="0" marR="0" lvl="0" indent="0" algn="l" rtl="0">
                        <a:lnSpc>
                          <a:spcPct val="115000"/>
                        </a:lnSpc>
                        <a:spcBef>
                          <a:spcPts val="0"/>
                        </a:spcBef>
                        <a:spcAft>
                          <a:spcPts val="0"/>
                        </a:spcAft>
                        <a:buClr>
                          <a:schemeClr val="dk1"/>
                        </a:buClr>
                        <a:buSzPts val="1100"/>
                        <a:buFont typeface="Times New Roman"/>
                        <a:buNone/>
                      </a:pPr>
                      <a:r>
                        <a:rPr lang="en-US" sz="1100">
                          <a:latin typeface="Times New Roman"/>
                          <a:ea typeface="Times New Roman"/>
                          <a:cs typeface="Times New Roman"/>
                          <a:sym typeface="Times New Roman"/>
                        </a:rPr>
                        <a:t>Input Feature Map</a:t>
                      </a:r>
                      <a:endParaRPr sz="1100">
                        <a:latin typeface="Times New Roman"/>
                        <a:ea typeface="Times New Roman"/>
                        <a:cs typeface="Times New Roman"/>
                        <a:sym typeface="Times New Roman"/>
                      </a:endParaRPr>
                    </a:p>
                  </a:txBody>
                  <a:tcPr marL="64150" marR="64150" marT="0" marB="0"/>
                </a:tc>
                <a:tc>
                  <a:txBody>
                    <a:bodyPr/>
                    <a:lstStyle/>
                    <a:p>
                      <a:pPr marL="0" marR="0" lvl="0" indent="0" algn="l" rtl="0">
                        <a:lnSpc>
                          <a:spcPct val="115000"/>
                        </a:lnSpc>
                        <a:spcBef>
                          <a:spcPts val="0"/>
                        </a:spcBef>
                        <a:spcAft>
                          <a:spcPts val="0"/>
                        </a:spcAft>
                        <a:buClr>
                          <a:schemeClr val="dk1"/>
                        </a:buClr>
                        <a:buSzPts val="1100"/>
                        <a:buFont typeface="Times New Roman"/>
                        <a:buNone/>
                      </a:pPr>
                      <a:r>
                        <a:rPr lang="en-US" sz="1100">
                          <a:latin typeface="Times New Roman"/>
                          <a:ea typeface="Times New Roman"/>
                          <a:cs typeface="Times New Roman"/>
                          <a:sym typeface="Times New Roman"/>
                        </a:rPr>
                        <a:t>Transformation in 1</a:t>
                      </a:r>
                      <a:r>
                        <a:rPr lang="en-US" sz="1100" baseline="30000">
                          <a:latin typeface="Times New Roman"/>
                          <a:ea typeface="Times New Roman"/>
                          <a:cs typeface="Times New Roman"/>
                          <a:sym typeface="Times New Roman"/>
                        </a:rPr>
                        <a:t>st</a:t>
                      </a:r>
                      <a:r>
                        <a:rPr lang="en-US" sz="1100">
                          <a:latin typeface="Times New Roman"/>
                          <a:ea typeface="Times New Roman"/>
                          <a:cs typeface="Times New Roman"/>
                          <a:sym typeface="Times New Roman"/>
                        </a:rPr>
                        <a:t> Bottleneck Block</a:t>
                      </a:r>
                      <a:endParaRPr sz="1100">
                        <a:latin typeface="Times New Roman"/>
                        <a:ea typeface="Times New Roman"/>
                        <a:cs typeface="Times New Roman"/>
                        <a:sym typeface="Times New Roman"/>
                      </a:endParaRPr>
                    </a:p>
                  </a:txBody>
                  <a:tcPr marL="64150" marR="64150" marT="0" marB="0"/>
                </a:tc>
                <a:tc>
                  <a:txBody>
                    <a:bodyPr/>
                    <a:lstStyle/>
                    <a:p>
                      <a:pPr marL="0" marR="0" lvl="0" indent="0" algn="ctr" rtl="0">
                        <a:lnSpc>
                          <a:spcPct val="115000"/>
                        </a:lnSpc>
                        <a:spcBef>
                          <a:spcPts val="0"/>
                        </a:spcBef>
                        <a:spcAft>
                          <a:spcPts val="0"/>
                        </a:spcAft>
                        <a:buClr>
                          <a:schemeClr val="dk1"/>
                        </a:buClr>
                        <a:buSzPts val="1100"/>
                        <a:buFont typeface="Times New Roman"/>
                        <a:buNone/>
                      </a:pPr>
                      <a:r>
                        <a:rPr lang="en-US" sz="1100">
                          <a:latin typeface="Times New Roman"/>
                          <a:ea typeface="Times New Roman"/>
                          <a:cs typeface="Times New Roman"/>
                          <a:sym typeface="Times New Roman"/>
                        </a:rPr>
                        <a:t>Output Feature Map</a:t>
                      </a:r>
                      <a:endParaRPr sz="1100">
                        <a:latin typeface="Times New Roman"/>
                        <a:ea typeface="Times New Roman"/>
                        <a:cs typeface="Times New Roman"/>
                        <a:sym typeface="Times New Roman"/>
                      </a:endParaRPr>
                    </a:p>
                  </a:txBody>
                  <a:tcPr marL="64150" marR="64150" marT="0" marB="0"/>
                </a:tc>
                <a:extLst>
                  <a:ext uri="{0D108BD9-81ED-4DB2-BD59-A6C34878D82A}">
                    <a16:rowId xmlns:a16="http://schemas.microsoft.com/office/drawing/2014/main" val="10000"/>
                  </a:ext>
                </a:extLst>
              </a:tr>
              <a:tr h="674000">
                <a:tc>
                  <a:txBody>
                    <a:bodyPr/>
                    <a:lstStyle/>
                    <a:p>
                      <a:pPr marL="0" marR="0" lvl="0" indent="0" algn="l" rtl="0">
                        <a:lnSpc>
                          <a:spcPct val="115000"/>
                        </a:lnSpc>
                        <a:spcBef>
                          <a:spcPts val="0"/>
                        </a:spcBef>
                        <a:spcAft>
                          <a:spcPts val="0"/>
                        </a:spcAft>
                        <a:buClr>
                          <a:schemeClr val="dk1"/>
                        </a:buClr>
                        <a:buSzPts val="1100"/>
                        <a:buFont typeface="Times New Roman"/>
                        <a:buNone/>
                      </a:pPr>
                      <a:r>
                        <a:rPr lang="en-US" sz="1100">
                          <a:latin typeface="Times New Roman"/>
                          <a:ea typeface="Times New Roman"/>
                          <a:cs typeface="Times New Roman"/>
                          <a:sym typeface="Times New Roman"/>
                        </a:rPr>
                        <a:t>Residual Layer 1</a:t>
                      </a:r>
                      <a:endParaRPr/>
                    </a:p>
                    <a:p>
                      <a:pPr marL="0" marR="0" lvl="0" indent="0" algn="l" rtl="0">
                        <a:lnSpc>
                          <a:spcPct val="115000"/>
                        </a:lnSpc>
                        <a:spcBef>
                          <a:spcPts val="800"/>
                        </a:spcBef>
                        <a:spcAft>
                          <a:spcPts val="0"/>
                        </a:spcAft>
                        <a:buClr>
                          <a:schemeClr val="dk1"/>
                        </a:buClr>
                        <a:buSzPts val="1100"/>
                        <a:buFont typeface="Times New Roman"/>
                        <a:buNone/>
                      </a:pPr>
                      <a:r>
                        <a:rPr lang="en-US" sz="1100">
                          <a:latin typeface="Times New Roman"/>
                          <a:ea typeface="Times New Roman"/>
                          <a:cs typeface="Times New Roman"/>
                          <a:sym typeface="Times New Roman"/>
                        </a:rPr>
                        <a:t>(3 Bottleneck Blocks)</a:t>
                      </a:r>
                      <a:endParaRPr sz="1100">
                        <a:latin typeface="Times New Roman"/>
                        <a:ea typeface="Times New Roman"/>
                        <a:cs typeface="Times New Roman"/>
                        <a:sym typeface="Times New Roman"/>
                      </a:endParaRPr>
                    </a:p>
                  </a:txBody>
                  <a:tcPr marL="64150" marR="64150" marT="0" marB="0"/>
                </a:tc>
                <a:tc>
                  <a:txBody>
                    <a:bodyPr/>
                    <a:lstStyle/>
                    <a:p>
                      <a:pPr marL="0" marR="0" lvl="0" indent="0" algn="l" rtl="0">
                        <a:lnSpc>
                          <a:spcPct val="115000"/>
                        </a:lnSpc>
                        <a:spcBef>
                          <a:spcPts val="0"/>
                        </a:spcBef>
                        <a:spcAft>
                          <a:spcPts val="0"/>
                        </a:spcAft>
                        <a:buClr>
                          <a:schemeClr val="dk1"/>
                        </a:buClr>
                        <a:buSzPts val="1100"/>
                        <a:buFont typeface="Times New Roman"/>
                        <a:buNone/>
                      </a:pPr>
                      <a:r>
                        <a:rPr lang="en-US" sz="1100">
                          <a:latin typeface="Times New Roman"/>
                          <a:ea typeface="Times New Roman"/>
                          <a:cs typeface="Times New Roman"/>
                          <a:sym typeface="Times New Roman"/>
                        </a:rPr>
                        <a:t>(64, 56, 56)</a:t>
                      </a:r>
                      <a:endParaRPr sz="1100">
                        <a:latin typeface="Times New Roman"/>
                        <a:ea typeface="Times New Roman"/>
                        <a:cs typeface="Times New Roman"/>
                        <a:sym typeface="Times New Roman"/>
                      </a:endParaRPr>
                    </a:p>
                  </a:txBody>
                  <a:tcPr marL="64150" marR="64150" marT="0" marB="0"/>
                </a:tc>
                <a:tc>
                  <a:txBody>
                    <a:bodyPr/>
                    <a:lstStyle/>
                    <a:p>
                      <a:pPr marL="0" marR="0" lvl="0" indent="0" algn="l" rtl="0">
                        <a:lnSpc>
                          <a:spcPct val="115000"/>
                        </a:lnSpc>
                        <a:spcBef>
                          <a:spcPts val="0"/>
                        </a:spcBef>
                        <a:spcAft>
                          <a:spcPts val="0"/>
                        </a:spcAft>
                        <a:buClr>
                          <a:schemeClr val="dk1"/>
                        </a:buClr>
                        <a:buSzPts val="1100"/>
                        <a:buFont typeface="Times New Roman"/>
                        <a:buNone/>
                      </a:pPr>
                      <a:r>
                        <a:rPr lang="en-US" sz="1100">
                          <a:latin typeface="Times New Roman"/>
                          <a:ea typeface="Times New Roman"/>
                          <a:cs typeface="Times New Roman"/>
                          <a:sym typeface="Times New Roman"/>
                        </a:rPr>
                        <a:t>1×1 Conv (64 → 64) → 3×3 Conv (64 → 64) → 1×1 Conv (64 → 256)</a:t>
                      </a:r>
                      <a:endParaRPr sz="1100">
                        <a:latin typeface="Times New Roman"/>
                        <a:ea typeface="Times New Roman"/>
                        <a:cs typeface="Times New Roman"/>
                        <a:sym typeface="Times New Roman"/>
                      </a:endParaRPr>
                    </a:p>
                  </a:txBody>
                  <a:tcPr marL="64150" marR="64150" marT="0" marB="0"/>
                </a:tc>
                <a:tc>
                  <a:txBody>
                    <a:bodyPr/>
                    <a:lstStyle/>
                    <a:p>
                      <a:pPr marL="0" marR="0" lvl="0" indent="0" algn="l" rtl="0">
                        <a:lnSpc>
                          <a:spcPct val="115000"/>
                        </a:lnSpc>
                        <a:spcBef>
                          <a:spcPts val="0"/>
                        </a:spcBef>
                        <a:spcAft>
                          <a:spcPts val="0"/>
                        </a:spcAft>
                        <a:buClr>
                          <a:schemeClr val="dk1"/>
                        </a:buClr>
                        <a:buSzPts val="1100"/>
                        <a:buFont typeface="Times New Roman"/>
                        <a:buNone/>
                      </a:pPr>
                      <a:r>
                        <a:rPr lang="en-US" sz="1100">
                          <a:latin typeface="Times New Roman"/>
                          <a:ea typeface="Times New Roman"/>
                          <a:cs typeface="Times New Roman"/>
                          <a:sym typeface="Times New Roman"/>
                        </a:rPr>
                        <a:t>(256, 56, 56)</a:t>
                      </a:r>
                      <a:endParaRPr sz="1100">
                        <a:latin typeface="Times New Roman"/>
                        <a:ea typeface="Times New Roman"/>
                        <a:cs typeface="Times New Roman"/>
                        <a:sym typeface="Times New Roman"/>
                      </a:endParaRPr>
                    </a:p>
                  </a:txBody>
                  <a:tcPr marL="64150" marR="64150" marT="0" marB="0"/>
                </a:tc>
                <a:extLst>
                  <a:ext uri="{0D108BD9-81ED-4DB2-BD59-A6C34878D82A}">
                    <a16:rowId xmlns:a16="http://schemas.microsoft.com/office/drawing/2014/main" val="10001"/>
                  </a:ext>
                </a:extLst>
              </a:tr>
              <a:tr h="674000">
                <a:tc>
                  <a:txBody>
                    <a:bodyPr/>
                    <a:lstStyle/>
                    <a:p>
                      <a:pPr marL="0" marR="0" lvl="0" indent="0" algn="l" rtl="0">
                        <a:lnSpc>
                          <a:spcPct val="115000"/>
                        </a:lnSpc>
                        <a:spcBef>
                          <a:spcPts val="0"/>
                        </a:spcBef>
                        <a:spcAft>
                          <a:spcPts val="0"/>
                        </a:spcAft>
                        <a:buClr>
                          <a:schemeClr val="dk1"/>
                        </a:buClr>
                        <a:buSzPts val="1100"/>
                        <a:buFont typeface="Times New Roman"/>
                        <a:buNone/>
                      </a:pPr>
                      <a:r>
                        <a:rPr lang="en-US" sz="1100">
                          <a:latin typeface="Times New Roman"/>
                          <a:ea typeface="Times New Roman"/>
                          <a:cs typeface="Times New Roman"/>
                          <a:sym typeface="Times New Roman"/>
                        </a:rPr>
                        <a:t>Residual Layer 2</a:t>
                      </a:r>
                      <a:endParaRPr/>
                    </a:p>
                    <a:p>
                      <a:pPr marL="0" marR="0" lvl="0" indent="0" algn="l" rtl="0">
                        <a:lnSpc>
                          <a:spcPct val="115000"/>
                        </a:lnSpc>
                        <a:spcBef>
                          <a:spcPts val="800"/>
                        </a:spcBef>
                        <a:spcAft>
                          <a:spcPts val="0"/>
                        </a:spcAft>
                        <a:buClr>
                          <a:schemeClr val="dk1"/>
                        </a:buClr>
                        <a:buSzPts val="1100"/>
                        <a:buFont typeface="Times New Roman"/>
                        <a:buNone/>
                      </a:pPr>
                      <a:r>
                        <a:rPr lang="en-US" sz="1100">
                          <a:latin typeface="Times New Roman"/>
                          <a:ea typeface="Times New Roman"/>
                          <a:cs typeface="Times New Roman"/>
                          <a:sym typeface="Times New Roman"/>
                        </a:rPr>
                        <a:t>(4 Bottleneck Blocks)</a:t>
                      </a:r>
                      <a:endParaRPr sz="1100">
                        <a:latin typeface="Times New Roman"/>
                        <a:ea typeface="Times New Roman"/>
                        <a:cs typeface="Times New Roman"/>
                        <a:sym typeface="Times New Roman"/>
                      </a:endParaRPr>
                    </a:p>
                  </a:txBody>
                  <a:tcPr marL="64150" marR="64150" marT="0" marB="0"/>
                </a:tc>
                <a:tc>
                  <a:txBody>
                    <a:bodyPr/>
                    <a:lstStyle/>
                    <a:p>
                      <a:pPr marL="0" marR="0" lvl="0" indent="0" algn="l" rtl="0">
                        <a:lnSpc>
                          <a:spcPct val="115000"/>
                        </a:lnSpc>
                        <a:spcBef>
                          <a:spcPts val="0"/>
                        </a:spcBef>
                        <a:spcAft>
                          <a:spcPts val="0"/>
                        </a:spcAft>
                        <a:buClr>
                          <a:schemeClr val="dk1"/>
                        </a:buClr>
                        <a:buSzPts val="1100"/>
                        <a:buFont typeface="Times New Roman"/>
                        <a:buNone/>
                      </a:pPr>
                      <a:r>
                        <a:rPr lang="en-US" sz="1100">
                          <a:latin typeface="Times New Roman"/>
                          <a:ea typeface="Times New Roman"/>
                          <a:cs typeface="Times New Roman"/>
                          <a:sym typeface="Times New Roman"/>
                        </a:rPr>
                        <a:t>(256, 56, 56)</a:t>
                      </a:r>
                      <a:endParaRPr sz="1100">
                        <a:latin typeface="Times New Roman"/>
                        <a:ea typeface="Times New Roman"/>
                        <a:cs typeface="Times New Roman"/>
                        <a:sym typeface="Times New Roman"/>
                      </a:endParaRPr>
                    </a:p>
                  </a:txBody>
                  <a:tcPr marL="64150" marR="64150" marT="0" marB="0"/>
                </a:tc>
                <a:tc>
                  <a:txBody>
                    <a:bodyPr/>
                    <a:lstStyle/>
                    <a:p>
                      <a:pPr marL="0" marR="0" lvl="0" indent="0" algn="l" rtl="0">
                        <a:lnSpc>
                          <a:spcPct val="115000"/>
                        </a:lnSpc>
                        <a:spcBef>
                          <a:spcPts val="0"/>
                        </a:spcBef>
                        <a:spcAft>
                          <a:spcPts val="0"/>
                        </a:spcAft>
                        <a:buClr>
                          <a:schemeClr val="dk1"/>
                        </a:buClr>
                        <a:buSzPts val="1100"/>
                        <a:buFont typeface="Times New Roman"/>
                        <a:buNone/>
                      </a:pPr>
                      <a:r>
                        <a:rPr lang="en-US" sz="1100">
                          <a:latin typeface="Times New Roman"/>
                          <a:ea typeface="Times New Roman"/>
                          <a:cs typeface="Times New Roman"/>
                          <a:sym typeface="Times New Roman"/>
                        </a:rPr>
                        <a:t>1×1 Conv (256 → 128) → 3×3 Conv (128 → 128) → 1×1 Conv (128 → 512)</a:t>
                      </a:r>
                      <a:endParaRPr sz="1100">
                        <a:latin typeface="Times New Roman"/>
                        <a:ea typeface="Times New Roman"/>
                        <a:cs typeface="Times New Roman"/>
                        <a:sym typeface="Times New Roman"/>
                      </a:endParaRPr>
                    </a:p>
                  </a:txBody>
                  <a:tcPr marL="64150" marR="64150" marT="0" marB="0"/>
                </a:tc>
                <a:tc>
                  <a:txBody>
                    <a:bodyPr/>
                    <a:lstStyle/>
                    <a:p>
                      <a:pPr marL="0" marR="0" lvl="0" indent="0" algn="l" rtl="0">
                        <a:lnSpc>
                          <a:spcPct val="115000"/>
                        </a:lnSpc>
                        <a:spcBef>
                          <a:spcPts val="0"/>
                        </a:spcBef>
                        <a:spcAft>
                          <a:spcPts val="0"/>
                        </a:spcAft>
                        <a:buClr>
                          <a:schemeClr val="dk1"/>
                        </a:buClr>
                        <a:buSzPts val="1100"/>
                        <a:buFont typeface="Times New Roman"/>
                        <a:buNone/>
                      </a:pPr>
                      <a:r>
                        <a:rPr lang="en-US" sz="1100">
                          <a:latin typeface="Times New Roman"/>
                          <a:ea typeface="Times New Roman"/>
                          <a:cs typeface="Times New Roman"/>
                          <a:sym typeface="Times New Roman"/>
                        </a:rPr>
                        <a:t>(512, 28, 28)</a:t>
                      </a:r>
                      <a:endParaRPr sz="1100">
                        <a:latin typeface="Times New Roman"/>
                        <a:ea typeface="Times New Roman"/>
                        <a:cs typeface="Times New Roman"/>
                        <a:sym typeface="Times New Roman"/>
                      </a:endParaRPr>
                    </a:p>
                  </a:txBody>
                  <a:tcPr marL="64150" marR="64150" marT="0" marB="0"/>
                </a:tc>
                <a:extLst>
                  <a:ext uri="{0D108BD9-81ED-4DB2-BD59-A6C34878D82A}">
                    <a16:rowId xmlns:a16="http://schemas.microsoft.com/office/drawing/2014/main" val="10002"/>
                  </a:ext>
                </a:extLst>
              </a:tr>
              <a:tr h="578975">
                <a:tc>
                  <a:txBody>
                    <a:bodyPr/>
                    <a:lstStyle/>
                    <a:p>
                      <a:pPr marL="0" marR="0" lvl="0" indent="0" algn="l" rtl="0">
                        <a:lnSpc>
                          <a:spcPct val="115000"/>
                        </a:lnSpc>
                        <a:spcBef>
                          <a:spcPts val="0"/>
                        </a:spcBef>
                        <a:spcAft>
                          <a:spcPts val="0"/>
                        </a:spcAft>
                        <a:buClr>
                          <a:schemeClr val="dk1"/>
                        </a:buClr>
                        <a:buSzPts val="1100"/>
                        <a:buFont typeface="Times New Roman"/>
                        <a:buNone/>
                      </a:pPr>
                      <a:r>
                        <a:rPr lang="en-US" sz="1100">
                          <a:latin typeface="Times New Roman"/>
                          <a:ea typeface="Times New Roman"/>
                          <a:cs typeface="Times New Roman"/>
                          <a:sym typeface="Times New Roman"/>
                        </a:rPr>
                        <a:t>Residual Layer3 (6 Bottleneck Blocks)</a:t>
                      </a:r>
                      <a:endParaRPr sz="1100">
                        <a:latin typeface="Times New Roman"/>
                        <a:ea typeface="Times New Roman"/>
                        <a:cs typeface="Times New Roman"/>
                        <a:sym typeface="Times New Roman"/>
                      </a:endParaRPr>
                    </a:p>
                  </a:txBody>
                  <a:tcPr marL="64150" marR="64150" marT="0" marB="0"/>
                </a:tc>
                <a:tc>
                  <a:txBody>
                    <a:bodyPr/>
                    <a:lstStyle/>
                    <a:p>
                      <a:pPr marL="0" marR="0" lvl="0" indent="0" algn="l" rtl="0">
                        <a:lnSpc>
                          <a:spcPct val="115000"/>
                        </a:lnSpc>
                        <a:spcBef>
                          <a:spcPts val="0"/>
                        </a:spcBef>
                        <a:spcAft>
                          <a:spcPts val="0"/>
                        </a:spcAft>
                        <a:buClr>
                          <a:schemeClr val="dk1"/>
                        </a:buClr>
                        <a:buSzPts val="1100"/>
                        <a:buFont typeface="Times New Roman"/>
                        <a:buNone/>
                      </a:pPr>
                      <a:r>
                        <a:rPr lang="en-US" sz="1100">
                          <a:latin typeface="Times New Roman"/>
                          <a:ea typeface="Times New Roman"/>
                          <a:cs typeface="Times New Roman"/>
                          <a:sym typeface="Times New Roman"/>
                        </a:rPr>
                        <a:t>(512, 28, 28)</a:t>
                      </a:r>
                      <a:endParaRPr sz="1100">
                        <a:latin typeface="Times New Roman"/>
                        <a:ea typeface="Times New Roman"/>
                        <a:cs typeface="Times New Roman"/>
                        <a:sym typeface="Times New Roman"/>
                      </a:endParaRPr>
                    </a:p>
                  </a:txBody>
                  <a:tcPr marL="64150" marR="64150" marT="0" marB="0"/>
                </a:tc>
                <a:tc>
                  <a:txBody>
                    <a:bodyPr/>
                    <a:lstStyle/>
                    <a:p>
                      <a:pPr marL="0" marR="0" lvl="0" indent="0" algn="l" rtl="0">
                        <a:lnSpc>
                          <a:spcPct val="115000"/>
                        </a:lnSpc>
                        <a:spcBef>
                          <a:spcPts val="0"/>
                        </a:spcBef>
                        <a:spcAft>
                          <a:spcPts val="0"/>
                        </a:spcAft>
                        <a:buClr>
                          <a:schemeClr val="dk1"/>
                        </a:buClr>
                        <a:buSzPts val="1100"/>
                        <a:buFont typeface="Times New Roman"/>
                        <a:buNone/>
                      </a:pPr>
                      <a:r>
                        <a:rPr lang="en-US" sz="1100">
                          <a:latin typeface="Times New Roman"/>
                          <a:ea typeface="Times New Roman"/>
                          <a:cs typeface="Times New Roman"/>
                          <a:sym typeface="Times New Roman"/>
                        </a:rPr>
                        <a:t>1×1 Conv (512 → 256) → 3×3 Conv (256 → 256) → 1×1 Conv (256 → 1024)</a:t>
                      </a:r>
                      <a:endParaRPr sz="1100">
                        <a:latin typeface="Times New Roman"/>
                        <a:ea typeface="Times New Roman"/>
                        <a:cs typeface="Times New Roman"/>
                        <a:sym typeface="Times New Roman"/>
                      </a:endParaRPr>
                    </a:p>
                  </a:txBody>
                  <a:tcPr marL="64150" marR="64150" marT="0" marB="0"/>
                </a:tc>
                <a:tc>
                  <a:txBody>
                    <a:bodyPr/>
                    <a:lstStyle/>
                    <a:p>
                      <a:pPr marL="0" marR="0" lvl="0" indent="0" algn="l" rtl="0">
                        <a:lnSpc>
                          <a:spcPct val="115000"/>
                        </a:lnSpc>
                        <a:spcBef>
                          <a:spcPts val="0"/>
                        </a:spcBef>
                        <a:spcAft>
                          <a:spcPts val="0"/>
                        </a:spcAft>
                        <a:buClr>
                          <a:schemeClr val="dk1"/>
                        </a:buClr>
                        <a:buSzPts val="1100"/>
                        <a:buFont typeface="Times New Roman"/>
                        <a:buNone/>
                      </a:pPr>
                      <a:r>
                        <a:rPr lang="en-US" sz="1100">
                          <a:latin typeface="Times New Roman"/>
                          <a:ea typeface="Times New Roman"/>
                          <a:cs typeface="Times New Roman"/>
                          <a:sym typeface="Times New Roman"/>
                        </a:rPr>
                        <a:t>(1024, 14, 14)</a:t>
                      </a:r>
                      <a:endParaRPr sz="1100">
                        <a:latin typeface="Times New Roman"/>
                        <a:ea typeface="Times New Roman"/>
                        <a:cs typeface="Times New Roman"/>
                        <a:sym typeface="Times New Roman"/>
                      </a:endParaRPr>
                    </a:p>
                  </a:txBody>
                  <a:tcPr marL="64150" marR="64150" marT="0" marB="0"/>
                </a:tc>
                <a:extLst>
                  <a:ext uri="{0D108BD9-81ED-4DB2-BD59-A6C34878D82A}">
                    <a16:rowId xmlns:a16="http://schemas.microsoft.com/office/drawing/2014/main" val="10003"/>
                  </a:ext>
                </a:extLst>
              </a:tr>
              <a:tr h="674000">
                <a:tc>
                  <a:txBody>
                    <a:bodyPr/>
                    <a:lstStyle/>
                    <a:p>
                      <a:pPr marL="0" marR="0" lvl="0" indent="0" algn="l" rtl="0">
                        <a:lnSpc>
                          <a:spcPct val="115000"/>
                        </a:lnSpc>
                        <a:spcBef>
                          <a:spcPts val="0"/>
                        </a:spcBef>
                        <a:spcAft>
                          <a:spcPts val="0"/>
                        </a:spcAft>
                        <a:buClr>
                          <a:schemeClr val="dk1"/>
                        </a:buClr>
                        <a:buSzPts val="1100"/>
                        <a:buFont typeface="Times New Roman"/>
                        <a:buNone/>
                      </a:pPr>
                      <a:r>
                        <a:rPr lang="en-US" sz="1100">
                          <a:latin typeface="Times New Roman"/>
                          <a:ea typeface="Times New Roman"/>
                          <a:cs typeface="Times New Roman"/>
                          <a:sym typeface="Times New Roman"/>
                        </a:rPr>
                        <a:t>Residual Layer 4</a:t>
                      </a:r>
                      <a:endParaRPr/>
                    </a:p>
                    <a:p>
                      <a:pPr marL="0" marR="0" lvl="0" indent="0" algn="l" rtl="0">
                        <a:lnSpc>
                          <a:spcPct val="115000"/>
                        </a:lnSpc>
                        <a:spcBef>
                          <a:spcPts val="800"/>
                        </a:spcBef>
                        <a:spcAft>
                          <a:spcPts val="0"/>
                        </a:spcAft>
                        <a:buClr>
                          <a:schemeClr val="dk1"/>
                        </a:buClr>
                        <a:buSzPts val="1100"/>
                        <a:buFont typeface="Times New Roman"/>
                        <a:buNone/>
                      </a:pPr>
                      <a:r>
                        <a:rPr lang="en-US" sz="1100">
                          <a:latin typeface="Times New Roman"/>
                          <a:ea typeface="Times New Roman"/>
                          <a:cs typeface="Times New Roman"/>
                          <a:sym typeface="Times New Roman"/>
                        </a:rPr>
                        <a:t>(3 Bottleneck Blocks)</a:t>
                      </a:r>
                      <a:endParaRPr sz="1100">
                        <a:latin typeface="Times New Roman"/>
                        <a:ea typeface="Times New Roman"/>
                        <a:cs typeface="Times New Roman"/>
                        <a:sym typeface="Times New Roman"/>
                      </a:endParaRPr>
                    </a:p>
                  </a:txBody>
                  <a:tcPr marL="64150" marR="64150" marT="0" marB="0"/>
                </a:tc>
                <a:tc>
                  <a:txBody>
                    <a:bodyPr/>
                    <a:lstStyle/>
                    <a:p>
                      <a:pPr marL="0" marR="0" lvl="0" indent="0" algn="l" rtl="0">
                        <a:lnSpc>
                          <a:spcPct val="115000"/>
                        </a:lnSpc>
                        <a:spcBef>
                          <a:spcPts val="0"/>
                        </a:spcBef>
                        <a:spcAft>
                          <a:spcPts val="0"/>
                        </a:spcAft>
                        <a:buClr>
                          <a:schemeClr val="dk1"/>
                        </a:buClr>
                        <a:buSzPts val="1100"/>
                        <a:buFont typeface="Times New Roman"/>
                        <a:buNone/>
                      </a:pPr>
                      <a:r>
                        <a:rPr lang="en-US" sz="1100">
                          <a:latin typeface="Times New Roman"/>
                          <a:ea typeface="Times New Roman"/>
                          <a:cs typeface="Times New Roman"/>
                          <a:sym typeface="Times New Roman"/>
                        </a:rPr>
                        <a:t>(1024, 14, 14)</a:t>
                      </a:r>
                      <a:endParaRPr sz="1100">
                        <a:latin typeface="Times New Roman"/>
                        <a:ea typeface="Times New Roman"/>
                        <a:cs typeface="Times New Roman"/>
                        <a:sym typeface="Times New Roman"/>
                      </a:endParaRPr>
                    </a:p>
                  </a:txBody>
                  <a:tcPr marL="64150" marR="64150" marT="0" marB="0"/>
                </a:tc>
                <a:tc>
                  <a:txBody>
                    <a:bodyPr/>
                    <a:lstStyle/>
                    <a:p>
                      <a:pPr marL="0" marR="0" lvl="0" indent="0" algn="l" rtl="0">
                        <a:lnSpc>
                          <a:spcPct val="115000"/>
                        </a:lnSpc>
                        <a:spcBef>
                          <a:spcPts val="0"/>
                        </a:spcBef>
                        <a:spcAft>
                          <a:spcPts val="0"/>
                        </a:spcAft>
                        <a:buClr>
                          <a:schemeClr val="dk1"/>
                        </a:buClr>
                        <a:buSzPts val="1100"/>
                        <a:buFont typeface="Times New Roman"/>
                        <a:buNone/>
                      </a:pPr>
                      <a:r>
                        <a:rPr lang="en-US" sz="1100">
                          <a:latin typeface="Times New Roman"/>
                          <a:ea typeface="Times New Roman"/>
                          <a:cs typeface="Times New Roman"/>
                          <a:sym typeface="Times New Roman"/>
                        </a:rPr>
                        <a:t>1×1 Conv (1024 →512) →3×3 Conv (512 →512) → 1×1 Conv (512 →2048)</a:t>
                      </a:r>
                      <a:endParaRPr sz="1100">
                        <a:latin typeface="Times New Roman"/>
                        <a:ea typeface="Times New Roman"/>
                        <a:cs typeface="Times New Roman"/>
                        <a:sym typeface="Times New Roman"/>
                      </a:endParaRPr>
                    </a:p>
                  </a:txBody>
                  <a:tcPr marL="64150" marR="64150" marT="0" marB="0"/>
                </a:tc>
                <a:tc>
                  <a:txBody>
                    <a:bodyPr/>
                    <a:lstStyle/>
                    <a:p>
                      <a:pPr marL="0" marR="0" lvl="0" indent="0" algn="l" rtl="0">
                        <a:lnSpc>
                          <a:spcPct val="115000"/>
                        </a:lnSpc>
                        <a:spcBef>
                          <a:spcPts val="0"/>
                        </a:spcBef>
                        <a:spcAft>
                          <a:spcPts val="0"/>
                        </a:spcAft>
                        <a:buClr>
                          <a:schemeClr val="dk1"/>
                        </a:buClr>
                        <a:buSzPts val="1100"/>
                        <a:buFont typeface="Times New Roman"/>
                        <a:buNone/>
                      </a:pPr>
                      <a:r>
                        <a:rPr lang="en-US" sz="1100">
                          <a:latin typeface="Times New Roman"/>
                          <a:ea typeface="Times New Roman"/>
                          <a:cs typeface="Times New Roman"/>
                          <a:sym typeface="Times New Roman"/>
                        </a:rPr>
                        <a:t>(2048, 7, 7)</a:t>
                      </a:r>
                      <a:endParaRPr/>
                    </a:p>
                    <a:p>
                      <a:pPr marL="0" marR="0" lvl="0" indent="0" algn="l" rtl="0">
                        <a:lnSpc>
                          <a:spcPct val="115000"/>
                        </a:lnSpc>
                        <a:spcBef>
                          <a:spcPts val="800"/>
                        </a:spcBef>
                        <a:spcAft>
                          <a:spcPts val="0"/>
                        </a:spcAft>
                        <a:buClr>
                          <a:schemeClr val="dk1"/>
                        </a:buClr>
                        <a:buSzPts val="1100"/>
                        <a:buFont typeface="Times New Roman"/>
                        <a:buNone/>
                      </a:pPr>
                      <a:r>
                        <a:rPr lang="en-US" sz="1100">
                          <a:latin typeface="Times New Roman"/>
                          <a:ea typeface="Times New Roman"/>
                          <a:cs typeface="Times New Roman"/>
                          <a:sym typeface="Times New Roman"/>
                        </a:rPr>
                        <a:t> </a:t>
                      </a:r>
                      <a:endParaRPr sz="1100">
                        <a:latin typeface="Times New Roman"/>
                        <a:ea typeface="Times New Roman"/>
                        <a:cs typeface="Times New Roman"/>
                        <a:sym typeface="Times New Roman"/>
                      </a:endParaRPr>
                    </a:p>
                  </a:txBody>
                  <a:tcPr marL="64150" marR="64150" marT="0" marB="0"/>
                </a:tc>
                <a:extLst>
                  <a:ext uri="{0D108BD9-81ED-4DB2-BD59-A6C34878D82A}">
                    <a16:rowId xmlns:a16="http://schemas.microsoft.com/office/drawing/2014/main" val="10004"/>
                  </a:ext>
                </a:extLst>
              </a:tr>
            </a:tbl>
          </a:graphicData>
        </a:graphic>
      </p:graphicFrame>
      <p:sp>
        <p:nvSpPr>
          <p:cNvPr id="181" name="Google Shape;181;p24"/>
          <p:cNvSpPr txBox="1"/>
          <p:nvPr/>
        </p:nvSpPr>
        <p:spPr>
          <a:xfrm>
            <a:off x="1075266" y="1219543"/>
            <a:ext cx="5181599" cy="4707123"/>
          </a:xfrm>
          <a:prstGeom prst="rect">
            <a:avLst/>
          </a:prstGeom>
          <a:noFill/>
          <a:ln>
            <a:noFill/>
          </a:ln>
        </p:spPr>
        <p:txBody>
          <a:bodyPr spcFirstLastPara="1" wrap="square" lIns="91425" tIns="45700" rIns="91425" bIns="45700" anchor="t" anchorCtr="0">
            <a:normAutofit/>
          </a:bodyPr>
          <a:lstStyle/>
          <a:p>
            <a:pPr marL="228600" marR="0" lvl="0" indent="-228600" algn="l" rtl="0">
              <a:lnSpc>
                <a:spcPct val="90000"/>
              </a:lnSpc>
              <a:spcBef>
                <a:spcPts val="0"/>
              </a:spcBef>
              <a:spcAft>
                <a:spcPts val="0"/>
              </a:spcAft>
              <a:buClr>
                <a:srgbClr val="004A7D"/>
              </a:buClr>
              <a:buSzPts val="1500"/>
              <a:buFont typeface="Noto Sans Symbols"/>
              <a:buChar char="▪"/>
            </a:pPr>
            <a:r>
              <a:rPr lang="en-US" sz="1500">
                <a:solidFill>
                  <a:schemeClr val="dk1"/>
                </a:solidFill>
                <a:latin typeface="Times New Roman"/>
                <a:ea typeface="Times New Roman"/>
                <a:cs typeface="Times New Roman"/>
                <a:sym typeface="Times New Roman"/>
              </a:rPr>
              <a:t>ResNet-50 consists of four residual layers, with each considering different number of bottleneck blocks i.e;3,4,6 and 3 bottleneck blocks respectively.</a:t>
            </a:r>
            <a:endParaRPr/>
          </a:p>
          <a:p>
            <a:pPr marL="228600" marR="0" lvl="0" indent="-228600" algn="l" rtl="0">
              <a:lnSpc>
                <a:spcPct val="90000"/>
              </a:lnSpc>
              <a:spcBef>
                <a:spcPts val="1000"/>
              </a:spcBef>
              <a:spcAft>
                <a:spcPts val="0"/>
              </a:spcAft>
              <a:buClr>
                <a:srgbClr val="004A7D"/>
              </a:buClr>
              <a:buSzPts val="1500"/>
              <a:buFont typeface="Noto Sans Symbols"/>
              <a:buChar char="▪"/>
            </a:pPr>
            <a:r>
              <a:rPr lang="en-US" sz="1500">
                <a:solidFill>
                  <a:schemeClr val="dk1"/>
                </a:solidFill>
                <a:latin typeface="Times New Roman"/>
                <a:ea typeface="Times New Roman"/>
                <a:cs typeface="Times New Roman"/>
                <a:sym typeface="Times New Roman"/>
              </a:rPr>
              <a:t>The 1</a:t>
            </a:r>
            <a:r>
              <a:rPr lang="en-US" sz="1500" baseline="30000">
                <a:solidFill>
                  <a:schemeClr val="dk1"/>
                </a:solidFill>
                <a:latin typeface="Times New Roman"/>
                <a:ea typeface="Times New Roman"/>
                <a:cs typeface="Times New Roman"/>
                <a:sym typeface="Times New Roman"/>
              </a:rPr>
              <a:t>st</a:t>
            </a:r>
            <a:r>
              <a:rPr lang="en-US" sz="1500">
                <a:solidFill>
                  <a:schemeClr val="dk1"/>
                </a:solidFill>
                <a:latin typeface="Times New Roman"/>
                <a:ea typeface="Times New Roman"/>
                <a:cs typeface="Times New Roman"/>
                <a:sym typeface="Times New Roman"/>
              </a:rPr>
              <a:t> bottleneck block in each residual layer expands number of channels as input ≠ output channels and the next bottlenecks maintain those number of channels, while still learning deeper and more abstract representations of data.</a:t>
            </a:r>
            <a:endParaRPr/>
          </a:p>
          <a:p>
            <a:pPr marL="457200" marR="0" lvl="1" indent="0" algn="l" rtl="0">
              <a:lnSpc>
                <a:spcPct val="90000"/>
              </a:lnSpc>
              <a:spcBef>
                <a:spcPts val="500"/>
              </a:spcBef>
              <a:spcAft>
                <a:spcPts val="0"/>
              </a:spcAft>
              <a:buClr>
                <a:srgbClr val="004A7D"/>
              </a:buClr>
              <a:buSzPts val="1500"/>
              <a:buFont typeface="Noto Sans Symbols"/>
              <a:buNone/>
            </a:pPr>
            <a:r>
              <a:rPr lang="en-US" sz="1500" b="0" i="0" u="none" strike="noStrike" cap="none">
                <a:solidFill>
                  <a:schemeClr val="dk1"/>
                </a:solidFill>
                <a:latin typeface="Times New Roman"/>
                <a:ea typeface="Times New Roman"/>
                <a:cs typeface="Times New Roman"/>
                <a:sym typeface="Times New Roman"/>
              </a:rPr>
              <a:t>In residual layer2, 2</a:t>
            </a:r>
            <a:r>
              <a:rPr lang="en-US" sz="1500" b="0" i="0" u="none" strike="noStrike" cap="none" baseline="30000">
                <a:solidFill>
                  <a:schemeClr val="dk1"/>
                </a:solidFill>
                <a:latin typeface="Times New Roman"/>
                <a:ea typeface="Times New Roman"/>
                <a:cs typeface="Times New Roman"/>
                <a:sym typeface="Times New Roman"/>
              </a:rPr>
              <a:t>nd</a:t>
            </a:r>
            <a:r>
              <a:rPr lang="en-US" sz="1500" b="0" i="0" u="none" strike="noStrike" cap="none">
                <a:solidFill>
                  <a:schemeClr val="dk1"/>
                </a:solidFill>
                <a:latin typeface="Times New Roman"/>
                <a:ea typeface="Times New Roman"/>
                <a:cs typeface="Times New Roman"/>
                <a:sym typeface="Times New Roman"/>
              </a:rPr>
              <a:t> Bottleneck Block:</a:t>
            </a:r>
            <a:endParaRPr/>
          </a:p>
          <a:p>
            <a:pPr marL="457200" marR="0" lvl="1" indent="0" algn="l" rtl="0">
              <a:lnSpc>
                <a:spcPct val="90000"/>
              </a:lnSpc>
              <a:spcBef>
                <a:spcPts val="500"/>
              </a:spcBef>
              <a:spcAft>
                <a:spcPts val="0"/>
              </a:spcAft>
              <a:buClr>
                <a:srgbClr val="004A7D"/>
              </a:buClr>
              <a:buSzPts val="1500"/>
              <a:buFont typeface="Noto Sans Symbols"/>
              <a:buNone/>
            </a:pPr>
            <a:r>
              <a:rPr lang="en-US" sz="1500" b="1" i="0" u="none" strike="noStrike" cap="none">
                <a:solidFill>
                  <a:schemeClr val="dk1"/>
                </a:solidFill>
                <a:latin typeface="Times New Roman"/>
                <a:ea typeface="Times New Roman"/>
                <a:cs typeface="Times New Roman"/>
                <a:sym typeface="Times New Roman"/>
              </a:rPr>
              <a:t>Input</a:t>
            </a:r>
            <a:r>
              <a:rPr lang="en-US" sz="1500" b="0" i="0" u="none" strike="noStrike" cap="none">
                <a:solidFill>
                  <a:schemeClr val="dk1"/>
                </a:solidFill>
                <a:latin typeface="Times New Roman"/>
                <a:ea typeface="Times New Roman"/>
                <a:cs typeface="Times New Roman"/>
                <a:sym typeface="Times New Roman"/>
              </a:rPr>
              <a:t>: </a:t>
            </a:r>
            <a:r>
              <a:rPr lang="en-US" sz="1600" b="0" i="0" u="none" strike="noStrike" cap="none">
                <a:solidFill>
                  <a:schemeClr val="dk1"/>
                </a:solidFill>
                <a:latin typeface="Times New Roman"/>
                <a:ea typeface="Times New Roman"/>
                <a:cs typeface="Times New Roman"/>
                <a:sym typeface="Times New Roman"/>
              </a:rPr>
              <a:t>(512, 28, 28)</a:t>
            </a:r>
            <a:endParaRPr sz="1500" b="0" i="0" u="none" strike="noStrike" cap="none">
              <a:solidFill>
                <a:schemeClr val="dk1"/>
              </a:solidFill>
              <a:latin typeface="Times New Roman"/>
              <a:ea typeface="Times New Roman"/>
              <a:cs typeface="Times New Roman"/>
              <a:sym typeface="Times New Roman"/>
            </a:endParaRPr>
          </a:p>
          <a:p>
            <a:pPr marL="457200" marR="0" lvl="1" indent="0" algn="l" rtl="0">
              <a:lnSpc>
                <a:spcPct val="90000"/>
              </a:lnSpc>
              <a:spcBef>
                <a:spcPts val="500"/>
              </a:spcBef>
              <a:spcAft>
                <a:spcPts val="0"/>
              </a:spcAft>
              <a:buClr>
                <a:srgbClr val="004A7D"/>
              </a:buClr>
              <a:buSzPts val="1500"/>
              <a:buFont typeface="Noto Sans Symbols"/>
              <a:buNone/>
            </a:pPr>
            <a:r>
              <a:rPr lang="en-US" sz="1500" b="1" i="0" u="none" strike="noStrike" cap="none">
                <a:solidFill>
                  <a:schemeClr val="dk1"/>
                </a:solidFill>
                <a:latin typeface="Times New Roman"/>
                <a:ea typeface="Times New Roman"/>
                <a:cs typeface="Times New Roman"/>
                <a:sym typeface="Times New Roman"/>
              </a:rPr>
              <a:t>1×1 Conv: </a:t>
            </a:r>
            <a:r>
              <a:rPr lang="en-US" sz="1500" b="0" i="0" u="none" strike="noStrike" cap="none">
                <a:solidFill>
                  <a:schemeClr val="dk1"/>
                </a:solidFill>
                <a:latin typeface="Times New Roman"/>
                <a:ea typeface="Times New Roman"/>
                <a:cs typeface="Times New Roman"/>
                <a:sym typeface="Times New Roman"/>
              </a:rPr>
              <a:t>512 channels → 128  channels</a:t>
            </a:r>
            <a:endParaRPr/>
          </a:p>
          <a:p>
            <a:pPr marL="457200" marR="0" lvl="1" indent="0" algn="l" rtl="0">
              <a:lnSpc>
                <a:spcPct val="90000"/>
              </a:lnSpc>
              <a:spcBef>
                <a:spcPts val="500"/>
              </a:spcBef>
              <a:spcAft>
                <a:spcPts val="0"/>
              </a:spcAft>
              <a:buClr>
                <a:srgbClr val="004A7D"/>
              </a:buClr>
              <a:buSzPts val="1500"/>
              <a:buFont typeface="Noto Sans Symbols"/>
              <a:buNone/>
            </a:pPr>
            <a:r>
              <a:rPr lang="en-US" sz="1500" b="1" i="0" u="none" strike="noStrike" cap="none">
                <a:solidFill>
                  <a:schemeClr val="dk1"/>
                </a:solidFill>
                <a:latin typeface="Times New Roman"/>
                <a:ea typeface="Times New Roman"/>
                <a:cs typeface="Times New Roman"/>
                <a:sym typeface="Times New Roman"/>
              </a:rPr>
              <a:t>3×3 Conv: </a:t>
            </a:r>
            <a:r>
              <a:rPr lang="en-US" sz="1500" b="0" i="0" u="none" strike="noStrike" cap="none">
                <a:solidFill>
                  <a:schemeClr val="dk1"/>
                </a:solidFill>
                <a:latin typeface="Times New Roman"/>
                <a:ea typeface="Times New Roman"/>
                <a:cs typeface="Times New Roman"/>
                <a:sym typeface="Times New Roman"/>
              </a:rPr>
              <a:t>128  channels→ 128  channels</a:t>
            </a:r>
            <a:endParaRPr/>
          </a:p>
          <a:p>
            <a:pPr marL="457200" marR="0" lvl="1" indent="0" algn="l" rtl="0">
              <a:lnSpc>
                <a:spcPct val="90000"/>
              </a:lnSpc>
              <a:spcBef>
                <a:spcPts val="500"/>
              </a:spcBef>
              <a:spcAft>
                <a:spcPts val="0"/>
              </a:spcAft>
              <a:buClr>
                <a:srgbClr val="004A7D"/>
              </a:buClr>
              <a:buSzPts val="1500"/>
              <a:buFont typeface="Noto Sans Symbols"/>
              <a:buNone/>
            </a:pPr>
            <a:r>
              <a:rPr lang="en-US" sz="1500" b="1" i="0" u="none" strike="noStrike" cap="none">
                <a:solidFill>
                  <a:schemeClr val="dk1"/>
                </a:solidFill>
                <a:latin typeface="Times New Roman"/>
                <a:ea typeface="Times New Roman"/>
                <a:cs typeface="Times New Roman"/>
                <a:sym typeface="Times New Roman"/>
              </a:rPr>
              <a:t>1×1 Conv: </a:t>
            </a:r>
            <a:r>
              <a:rPr lang="en-US" sz="1500" b="0" i="0" u="none" strike="noStrike" cap="none">
                <a:solidFill>
                  <a:schemeClr val="dk1"/>
                </a:solidFill>
                <a:latin typeface="Times New Roman"/>
                <a:ea typeface="Times New Roman"/>
                <a:cs typeface="Times New Roman"/>
                <a:sym typeface="Times New Roman"/>
              </a:rPr>
              <a:t>128 channels→ 512  channels</a:t>
            </a:r>
            <a:endParaRPr/>
          </a:p>
          <a:p>
            <a:pPr marL="457200" marR="0" lvl="1" indent="0" algn="l" rtl="0">
              <a:lnSpc>
                <a:spcPct val="90000"/>
              </a:lnSpc>
              <a:spcBef>
                <a:spcPts val="500"/>
              </a:spcBef>
              <a:spcAft>
                <a:spcPts val="0"/>
              </a:spcAft>
              <a:buClr>
                <a:srgbClr val="004A7D"/>
              </a:buClr>
              <a:buSzPts val="1500"/>
              <a:buFont typeface="Noto Sans Symbols"/>
              <a:buNone/>
            </a:pPr>
            <a:r>
              <a:rPr lang="en-US" sz="1500" b="0" i="0" u="none" strike="noStrike" cap="none">
                <a:solidFill>
                  <a:schemeClr val="dk1"/>
                </a:solidFill>
                <a:latin typeface="Times New Roman"/>
                <a:ea typeface="Times New Roman"/>
                <a:cs typeface="Times New Roman"/>
                <a:sym typeface="Times New Roman"/>
              </a:rPr>
              <a:t>Add skip connection (identity)  </a:t>
            </a:r>
            <a:endParaRPr/>
          </a:p>
          <a:p>
            <a:pPr marL="457200" marR="0" lvl="1" indent="0" algn="l" rtl="0">
              <a:lnSpc>
                <a:spcPct val="90000"/>
              </a:lnSpc>
              <a:spcBef>
                <a:spcPts val="500"/>
              </a:spcBef>
              <a:spcAft>
                <a:spcPts val="0"/>
              </a:spcAft>
              <a:buClr>
                <a:srgbClr val="004A7D"/>
              </a:buClr>
              <a:buSzPts val="1500"/>
              <a:buFont typeface="Noto Sans Symbols"/>
              <a:buNone/>
            </a:pPr>
            <a:r>
              <a:rPr lang="en-US" sz="1500" b="1" i="0" u="none" strike="noStrike" cap="none">
                <a:solidFill>
                  <a:schemeClr val="dk1"/>
                </a:solidFill>
                <a:latin typeface="Times New Roman"/>
                <a:ea typeface="Times New Roman"/>
                <a:cs typeface="Times New Roman"/>
                <a:sym typeface="Times New Roman"/>
              </a:rPr>
              <a:t>Output: </a:t>
            </a:r>
            <a:r>
              <a:rPr lang="en-US" sz="1500" b="0" i="0" u="none" strike="noStrike" cap="none">
                <a:solidFill>
                  <a:schemeClr val="dk1"/>
                </a:solidFill>
                <a:latin typeface="Times New Roman"/>
                <a:ea typeface="Times New Roman"/>
                <a:cs typeface="Times New Roman"/>
                <a:sym typeface="Times New Roman"/>
              </a:rPr>
              <a:t>(512, 56, 56)</a:t>
            </a:r>
            <a:endParaRPr/>
          </a:p>
          <a:p>
            <a:pPr marL="457200" marR="0" lvl="1" indent="0" algn="l" rtl="0">
              <a:lnSpc>
                <a:spcPct val="90000"/>
              </a:lnSpc>
              <a:spcBef>
                <a:spcPts val="500"/>
              </a:spcBef>
              <a:spcAft>
                <a:spcPts val="0"/>
              </a:spcAft>
              <a:buClr>
                <a:srgbClr val="004A7D"/>
              </a:buClr>
              <a:buSzPts val="1500"/>
              <a:buFont typeface="Noto Sans Symbols"/>
              <a:buNone/>
            </a:pPr>
            <a:endParaRPr sz="1500" b="0" i="0" u="none" strike="noStrike" cap="none">
              <a:solidFill>
                <a:schemeClr val="dk1"/>
              </a:solidFill>
              <a:latin typeface="Times New Roman"/>
              <a:ea typeface="Times New Roman"/>
              <a:cs typeface="Times New Roman"/>
              <a:sym typeface="Times New Roman"/>
            </a:endParaRPr>
          </a:p>
          <a:p>
            <a:pPr marL="228600" marR="0" lvl="0" indent="-228600" algn="l" rtl="0">
              <a:lnSpc>
                <a:spcPct val="90000"/>
              </a:lnSpc>
              <a:spcBef>
                <a:spcPts val="1000"/>
              </a:spcBef>
              <a:spcAft>
                <a:spcPts val="0"/>
              </a:spcAft>
              <a:buClr>
                <a:srgbClr val="004A7D"/>
              </a:buClr>
              <a:buSzPts val="1500"/>
              <a:buFont typeface="Noto Sans Symbols"/>
              <a:buChar char="▪"/>
            </a:pPr>
            <a:r>
              <a:rPr lang="en-US" sz="1500">
                <a:solidFill>
                  <a:schemeClr val="dk1"/>
                </a:solidFill>
                <a:latin typeface="Times New Roman"/>
                <a:ea typeface="Times New Roman"/>
                <a:cs typeface="Times New Roman"/>
                <a:sym typeface="Times New Roman"/>
              </a:rPr>
              <a:t>The output of the bottleneck blocks are stacked into the residual layers.</a:t>
            </a:r>
            <a:endParaRPr sz="1500">
              <a:solidFill>
                <a:schemeClr val="dk1"/>
              </a:solidFill>
              <a:latin typeface="Times New Roman"/>
              <a:ea typeface="Times New Roman"/>
              <a:cs typeface="Times New Roman"/>
              <a:sym typeface="Times New Roman"/>
            </a:endParaRPr>
          </a:p>
        </p:txBody>
      </p:sp>
      <p:sp>
        <p:nvSpPr>
          <p:cNvPr id="182" name="Google Shape;182;p24"/>
          <p:cNvSpPr txBox="1"/>
          <p:nvPr/>
        </p:nvSpPr>
        <p:spPr>
          <a:xfrm>
            <a:off x="5545665" y="4903438"/>
            <a:ext cx="6250517" cy="215444"/>
          </a:xfrm>
          <a:prstGeom prst="rect">
            <a:avLst/>
          </a:prstGeom>
          <a:noFill/>
          <a:ln>
            <a:noFill/>
          </a:ln>
        </p:spPr>
        <p:txBody>
          <a:bodyPr spcFirstLastPara="1" wrap="square" lIns="91425" tIns="45700" rIns="91425" bIns="45700" anchor="t" anchorCtr="0">
            <a:spAutoFit/>
          </a:bodyPr>
          <a:lstStyle/>
          <a:p>
            <a:pPr marL="457200" marR="0" lvl="0" indent="457200" algn="l" rtl="0">
              <a:spcBef>
                <a:spcPts val="0"/>
              </a:spcBef>
              <a:spcAft>
                <a:spcPts val="0"/>
              </a:spcAft>
              <a:buClr>
                <a:srgbClr val="0E2841"/>
              </a:buClr>
              <a:buSzPts val="800"/>
              <a:buFont typeface="Times New Roman"/>
              <a:buNone/>
            </a:pPr>
            <a:r>
              <a:rPr lang="en-US" sz="800" i="1">
                <a:solidFill>
                  <a:srgbClr val="0E2841"/>
                </a:solidFill>
                <a:latin typeface="Times New Roman"/>
                <a:ea typeface="Times New Roman"/>
                <a:cs typeface="Times New Roman"/>
                <a:sym typeface="Times New Roman"/>
              </a:rPr>
              <a:t>Table: Table indicating the transformations of channels in each residual layer along with the input and output feature maps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25"/>
          <p:cNvSpPr txBox="1">
            <a:spLocks noGrp="1"/>
          </p:cNvSpPr>
          <p:nvPr>
            <p:ph type="title"/>
          </p:nvPr>
        </p:nvSpPr>
        <p:spPr>
          <a:xfrm>
            <a:off x="475065" y="217623"/>
            <a:ext cx="10515600" cy="761031"/>
          </a:xfrm>
          <a:prstGeom prst="rect">
            <a:avLst/>
          </a:prstGeom>
          <a:noFill/>
          <a:ln>
            <a:noFill/>
          </a:ln>
        </p:spPr>
        <p:txBody>
          <a:bodyPr spcFirstLastPara="1" wrap="square" lIns="0" tIns="0" rIns="91425" bIns="45700" anchor="t" anchorCtr="0">
            <a:noAutofit/>
          </a:bodyPr>
          <a:lstStyle/>
          <a:p>
            <a:pPr marL="0" lvl="0" indent="0" algn="l" rtl="0">
              <a:lnSpc>
                <a:spcPct val="90000"/>
              </a:lnSpc>
              <a:spcBef>
                <a:spcPts val="0"/>
              </a:spcBef>
              <a:spcAft>
                <a:spcPts val="0"/>
              </a:spcAft>
              <a:buClr>
                <a:srgbClr val="004A7D"/>
              </a:buClr>
              <a:buSzPts val="4400"/>
              <a:buFont typeface="Times New Roman"/>
              <a:buNone/>
            </a:pPr>
            <a:r>
              <a:rPr lang="en-US" sz="4400">
                <a:latin typeface="Times New Roman"/>
                <a:ea typeface="Times New Roman"/>
                <a:cs typeface="Times New Roman"/>
                <a:sym typeface="Times New Roman"/>
              </a:rPr>
              <a:t>Workflow </a:t>
            </a:r>
            <a:r>
              <a:rPr lang="en-US" sz="3800">
                <a:latin typeface="Times New Roman"/>
                <a:ea typeface="Times New Roman"/>
                <a:cs typeface="Times New Roman"/>
                <a:sym typeface="Times New Roman"/>
              </a:rPr>
              <a:t>of</a:t>
            </a:r>
            <a:r>
              <a:rPr lang="en-US" sz="4400">
                <a:latin typeface="Times New Roman"/>
                <a:ea typeface="Times New Roman"/>
                <a:cs typeface="Times New Roman"/>
                <a:sym typeface="Times New Roman"/>
              </a:rPr>
              <a:t> Resnet-50</a:t>
            </a:r>
            <a:endParaRPr/>
          </a:p>
        </p:txBody>
      </p:sp>
      <p:sp>
        <p:nvSpPr>
          <p:cNvPr id="188" name="Google Shape;188;p25"/>
          <p:cNvSpPr txBox="1"/>
          <p:nvPr/>
        </p:nvSpPr>
        <p:spPr>
          <a:xfrm>
            <a:off x="741946" y="1086376"/>
            <a:ext cx="5658853" cy="5265018"/>
          </a:xfrm>
          <a:prstGeom prst="rect">
            <a:avLst/>
          </a:prstGeom>
          <a:noFill/>
          <a:ln>
            <a:noFill/>
          </a:ln>
        </p:spPr>
        <p:txBody>
          <a:bodyPr spcFirstLastPara="1" wrap="square" lIns="91425" tIns="45700" rIns="91425" bIns="45700" anchor="t" anchorCtr="0">
            <a:normAutofit fontScale="92500" lnSpcReduction="10000"/>
          </a:bodyPr>
          <a:lstStyle/>
          <a:p>
            <a:pPr marL="0" marR="0" lvl="0" indent="0" algn="just" rtl="0">
              <a:lnSpc>
                <a:spcPct val="90000"/>
              </a:lnSpc>
              <a:spcBef>
                <a:spcPts val="0"/>
              </a:spcBef>
              <a:spcAft>
                <a:spcPts val="0"/>
              </a:spcAft>
              <a:buClr>
                <a:srgbClr val="004A7D"/>
              </a:buClr>
              <a:buSzPct val="100000"/>
              <a:buFont typeface="Noto Sans Symbols"/>
              <a:buNone/>
            </a:pPr>
            <a:r>
              <a:rPr lang="en-US" sz="1600">
                <a:solidFill>
                  <a:schemeClr val="dk1"/>
                </a:solidFill>
                <a:latin typeface="Times New Roman"/>
                <a:ea typeface="Times New Roman"/>
                <a:cs typeface="Times New Roman"/>
                <a:sym typeface="Times New Roman"/>
              </a:rPr>
              <a:t>Before diving into residual layers, ResNet-50 begins with standard convolutional processing:</a:t>
            </a:r>
            <a:endParaRPr/>
          </a:p>
          <a:p>
            <a:pPr marL="342900" marR="0" lvl="0" indent="-342900" algn="just" rtl="0">
              <a:lnSpc>
                <a:spcPct val="90000"/>
              </a:lnSpc>
              <a:spcBef>
                <a:spcPts val="1000"/>
              </a:spcBef>
              <a:spcAft>
                <a:spcPts val="0"/>
              </a:spcAft>
              <a:buClr>
                <a:srgbClr val="004A7D"/>
              </a:buClr>
              <a:buSzPct val="100000"/>
              <a:buFont typeface="Noto Sans Symbols"/>
              <a:buAutoNum type="arabicPeriod"/>
            </a:pPr>
            <a:r>
              <a:rPr lang="en-US" sz="1600" b="1">
                <a:solidFill>
                  <a:schemeClr val="dk1"/>
                </a:solidFill>
                <a:latin typeface="Times New Roman"/>
                <a:ea typeface="Times New Roman"/>
                <a:cs typeface="Times New Roman"/>
                <a:sym typeface="Times New Roman"/>
              </a:rPr>
              <a:t>Initial convolution &amp; max pooling layers:</a:t>
            </a:r>
            <a:endParaRPr/>
          </a:p>
          <a:p>
            <a:pPr marL="0" marR="0" lvl="0" indent="0" algn="just" rtl="0">
              <a:lnSpc>
                <a:spcPct val="90000"/>
              </a:lnSpc>
              <a:spcBef>
                <a:spcPts val="1000"/>
              </a:spcBef>
              <a:spcAft>
                <a:spcPts val="0"/>
              </a:spcAft>
              <a:buClr>
                <a:srgbClr val="004A7D"/>
              </a:buClr>
              <a:buSzPct val="100000"/>
              <a:buFont typeface="Noto Sans Symbols"/>
              <a:buNone/>
            </a:pPr>
            <a:r>
              <a:rPr lang="en-US" sz="1600" b="1">
                <a:solidFill>
                  <a:schemeClr val="dk1"/>
                </a:solidFill>
                <a:latin typeface="Times New Roman"/>
                <a:ea typeface="Times New Roman"/>
                <a:cs typeface="Times New Roman"/>
                <a:sym typeface="Times New Roman"/>
              </a:rPr>
              <a:t>       a. 7x7 Convolution layer</a:t>
            </a:r>
            <a:r>
              <a:rPr lang="en-US" sz="1600">
                <a:solidFill>
                  <a:schemeClr val="dk1"/>
                </a:solidFill>
                <a:latin typeface="Times New Roman"/>
                <a:ea typeface="Times New Roman"/>
                <a:cs typeface="Times New Roman"/>
                <a:sym typeface="Times New Roman"/>
              </a:rPr>
              <a:t>: Extract low level features of the                                                                                                             image by detecting low-level features(edges and  textures) after batch normalization and non-linear ReLU activation.</a:t>
            </a:r>
            <a:endParaRPr/>
          </a:p>
          <a:p>
            <a:pPr marL="0" marR="0" lvl="0" indent="0" algn="just" rtl="0">
              <a:lnSpc>
                <a:spcPct val="90000"/>
              </a:lnSpc>
              <a:spcBef>
                <a:spcPts val="1000"/>
              </a:spcBef>
              <a:spcAft>
                <a:spcPts val="0"/>
              </a:spcAft>
              <a:buClr>
                <a:srgbClr val="004A7D"/>
              </a:buClr>
              <a:buSzPct val="100000"/>
              <a:buFont typeface="Noto Sans Symbols"/>
              <a:buNone/>
            </a:pPr>
            <a:r>
              <a:rPr lang="en-US" sz="1600" b="1">
                <a:solidFill>
                  <a:schemeClr val="dk1"/>
                </a:solidFill>
                <a:latin typeface="Times New Roman"/>
                <a:ea typeface="Times New Roman"/>
                <a:cs typeface="Times New Roman"/>
                <a:sym typeface="Times New Roman"/>
              </a:rPr>
              <a:t>      b. Maxpooling: </a:t>
            </a:r>
            <a:r>
              <a:rPr lang="en-US" sz="1600">
                <a:solidFill>
                  <a:schemeClr val="dk1"/>
                </a:solidFill>
                <a:latin typeface="Times New Roman"/>
                <a:ea typeface="Times New Roman"/>
                <a:cs typeface="Times New Roman"/>
                <a:sym typeface="Times New Roman"/>
              </a:rPr>
              <a:t>Reduces the size of feature maps while keeping the no. channels same by selecting the  maximum value of sliding window from the feature map.</a:t>
            </a:r>
            <a:endParaRPr/>
          </a:p>
          <a:p>
            <a:pPr marL="0" marR="0" lvl="0" indent="0" algn="just" rtl="0">
              <a:lnSpc>
                <a:spcPct val="90000"/>
              </a:lnSpc>
              <a:spcBef>
                <a:spcPts val="1000"/>
              </a:spcBef>
              <a:spcAft>
                <a:spcPts val="0"/>
              </a:spcAft>
              <a:buClr>
                <a:srgbClr val="004A7D"/>
              </a:buClr>
              <a:buSzPct val="100000"/>
              <a:buFont typeface="Noto Sans Symbols"/>
              <a:buNone/>
            </a:pPr>
            <a:r>
              <a:rPr lang="en-US" sz="1600" b="1">
                <a:solidFill>
                  <a:schemeClr val="dk1"/>
                </a:solidFill>
                <a:latin typeface="Times New Roman"/>
                <a:ea typeface="Times New Roman"/>
                <a:cs typeface="Times New Roman"/>
                <a:sym typeface="Times New Roman"/>
              </a:rPr>
              <a:t>2. Forward Propagation through Residual Layers:</a:t>
            </a:r>
            <a:endParaRPr/>
          </a:p>
          <a:p>
            <a:pPr marL="228600" marR="0" lvl="0" indent="-228600" algn="just" rtl="0">
              <a:lnSpc>
                <a:spcPct val="90000"/>
              </a:lnSpc>
              <a:spcBef>
                <a:spcPts val="1000"/>
              </a:spcBef>
              <a:spcAft>
                <a:spcPts val="0"/>
              </a:spcAft>
              <a:buClr>
                <a:srgbClr val="004A7D"/>
              </a:buClr>
              <a:buSzPct val="100000"/>
              <a:buFont typeface="Noto Sans Symbols"/>
              <a:buChar char="▪"/>
            </a:pPr>
            <a:r>
              <a:rPr lang="en-US" sz="1600">
                <a:solidFill>
                  <a:schemeClr val="dk1"/>
                </a:solidFill>
                <a:latin typeface="Times New Roman"/>
                <a:ea typeface="Times New Roman"/>
                <a:cs typeface="Times New Roman"/>
                <a:sym typeface="Times New Roman"/>
              </a:rPr>
              <a:t>1</a:t>
            </a:r>
            <a:r>
              <a:rPr lang="en-US" sz="1600" baseline="30000">
                <a:solidFill>
                  <a:schemeClr val="dk1"/>
                </a:solidFill>
                <a:latin typeface="Times New Roman"/>
                <a:ea typeface="Times New Roman"/>
                <a:cs typeface="Times New Roman"/>
                <a:sym typeface="Times New Roman"/>
              </a:rPr>
              <a:t>st</a:t>
            </a:r>
            <a:r>
              <a:rPr lang="en-US" sz="1600">
                <a:solidFill>
                  <a:schemeClr val="dk1"/>
                </a:solidFill>
                <a:latin typeface="Times New Roman"/>
                <a:ea typeface="Times New Roman"/>
                <a:cs typeface="Times New Roman"/>
                <a:sym typeface="Times New Roman"/>
              </a:rPr>
              <a:t> bottleneck of each residual later performs downsampling using stride 2.</a:t>
            </a:r>
            <a:endParaRPr/>
          </a:p>
          <a:p>
            <a:pPr marL="228600" marR="0" lvl="0" indent="-228600" algn="just" rtl="0">
              <a:lnSpc>
                <a:spcPct val="90000"/>
              </a:lnSpc>
              <a:spcBef>
                <a:spcPts val="1000"/>
              </a:spcBef>
              <a:spcAft>
                <a:spcPts val="0"/>
              </a:spcAft>
              <a:buClr>
                <a:srgbClr val="004A7D"/>
              </a:buClr>
              <a:buSzPct val="100000"/>
              <a:buFont typeface="Noto Sans Symbols"/>
              <a:buChar char="▪"/>
            </a:pPr>
            <a:r>
              <a:rPr lang="en-US" sz="1600">
                <a:solidFill>
                  <a:schemeClr val="dk1"/>
                </a:solidFill>
                <a:latin typeface="Times New Roman"/>
                <a:ea typeface="Times New Roman"/>
                <a:cs typeface="Times New Roman"/>
                <a:sym typeface="Times New Roman"/>
              </a:rPr>
              <a:t>Remaining blocks preserve spatial dimension and refines the features.  The identity mapping stabilizes the gradient flow.</a:t>
            </a:r>
            <a:endParaRPr/>
          </a:p>
          <a:p>
            <a:pPr marL="0" marR="0" lvl="0" indent="0" algn="just" rtl="0">
              <a:lnSpc>
                <a:spcPct val="90000"/>
              </a:lnSpc>
              <a:spcBef>
                <a:spcPts val="1000"/>
              </a:spcBef>
              <a:spcAft>
                <a:spcPts val="0"/>
              </a:spcAft>
              <a:buClr>
                <a:srgbClr val="004A7D"/>
              </a:buClr>
              <a:buSzPct val="100000"/>
              <a:buFont typeface="Noto Sans Symbols"/>
              <a:buNone/>
            </a:pPr>
            <a:r>
              <a:rPr lang="en-US" sz="1600" b="1">
                <a:solidFill>
                  <a:schemeClr val="dk1"/>
                </a:solidFill>
                <a:latin typeface="Times New Roman"/>
                <a:ea typeface="Times New Roman"/>
                <a:cs typeface="Times New Roman"/>
                <a:sym typeface="Times New Roman"/>
              </a:rPr>
              <a:t>3. Final Average Pooling and Fully Connected Layers:</a:t>
            </a:r>
            <a:endParaRPr/>
          </a:p>
          <a:p>
            <a:pPr marL="0" marR="0" lvl="0" indent="0" algn="just" rtl="0">
              <a:lnSpc>
                <a:spcPct val="90000"/>
              </a:lnSpc>
              <a:spcBef>
                <a:spcPts val="1000"/>
              </a:spcBef>
              <a:spcAft>
                <a:spcPts val="0"/>
              </a:spcAft>
              <a:buClr>
                <a:srgbClr val="004A7D"/>
              </a:buClr>
              <a:buSzPct val="100000"/>
              <a:buFont typeface="Noto Sans Symbols"/>
              <a:buNone/>
            </a:pPr>
            <a:r>
              <a:rPr lang="en-US" sz="1600" b="1">
                <a:solidFill>
                  <a:schemeClr val="dk1"/>
                </a:solidFill>
                <a:latin typeface="Times New Roman"/>
                <a:ea typeface="Times New Roman"/>
                <a:cs typeface="Times New Roman"/>
                <a:sym typeface="Times New Roman"/>
              </a:rPr>
              <a:t>       a. Adaptive Average Pooling: </a:t>
            </a:r>
            <a:r>
              <a:rPr lang="en-US" sz="1600">
                <a:solidFill>
                  <a:schemeClr val="dk1"/>
                </a:solidFill>
                <a:latin typeface="Times New Roman"/>
                <a:ea typeface="Times New Roman"/>
                <a:cs typeface="Times New Roman"/>
                <a:sym typeface="Times New Roman"/>
              </a:rPr>
              <a:t>Reduces the tensor and averages each channels 7x7 map into single number in 2048 channels.</a:t>
            </a:r>
            <a:endParaRPr/>
          </a:p>
          <a:p>
            <a:pPr marL="0" marR="0" lvl="0" indent="0" algn="just" rtl="0">
              <a:lnSpc>
                <a:spcPct val="90000"/>
              </a:lnSpc>
              <a:spcBef>
                <a:spcPts val="1000"/>
              </a:spcBef>
              <a:spcAft>
                <a:spcPts val="0"/>
              </a:spcAft>
              <a:buClr>
                <a:srgbClr val="004A7D"/>
              </a:buClr>
              <a:buSzPct val="100000"/>
              <a:buFont typeface="Noto Sans Symbols"/>
              <a:buNone/>
            </a:pPr>
            <a:r>
              <a:rPr lang="en-US" sz="1600" b="1">
                <a:solidFill>
                  <a:schemeClr val="dk1"/>
                </a:solidFill>
                <a:latin typeface="Times New Roman"/>
                <a:ea typeface="Times New Roman"/>
                <a:cs typeface="Times New Roman"/>
                <a:sym typeface="Times New Roman"/>
              </a:rPr>
              <a:t>        b. Fully Connected Layer: </a:t>
            </a:r>
            <a:r>
              <a:rPr lang="en-US" sz="1600">
                <a:solidFill>
                  <a:schemeClr val="dk1"/>
                </a:solidFill>
                <a:latin typeface="Times New Roman"/>
                <a:ea typeface="Times New Roman"/>
                <a:cs typeface="Times New Roman"/>
                <a:sym typeface="Times New Roman"/>
              </a:rPr>
              <a:t>Converts 2048-dimensional feature vector into class scores(logits) through weighed sum of the feature maps with weights size: (no. of classes, 2048 channels).</a:t>
            </a:r>
            <a:endParaRPr/>
          </a:p>
          <a:p>
            <a:pPr marL="0" marR="0" lvl="0" indent="0" algn="just" rtl="0">
              <a:lnSpc>
                <a:spcPct val="90000"/>
              </a:lnSpc>
              <a:spcBef>
                <a:spcPts val="1000"/>
              </a:spcBef>
              <a:spcAft>
                <a:spcPts val="0"/>
              </a:spcAft>
              <a:buClr>
                <a:srgbClr val="004A7D"/>
              </a:buClr>
              <a:buSzPct val="100000"/>
              <a:buFont typeface="Noto Sans Symbols"/>
              <a:buNone/>
            </a:pPr>
            <a:r>
              <a:rPr lang="en-US" sz="1600">
                <a:solidFill>
                  <a:schemeClr val="dk1"/>
                </a:solidFill>
                <a:latin typeface="Times New Roman"/>
                <a:ea typeface="Times New Roman"/>
                <a:cs typeface="Times New Roman"/>
                <a:sym typeface="Times New Roman"/>
              </a:rPr>
              <a:t>        </a:t>
            </a:r>
            <a:endParaRPr/>
          </a:p>
        </p:txBody>
      </p:sp>
      <p:pic>
        <p:nvPicPr>
          <p:cNvPr id="189" name="Google Shape;189;p25" descr="A screenshot of a computer&#10;&#10;AI-generated content may be incorrect."/>
          <p:cNvPicPr preferRelativeResize="0"/>
          <p:nvPr/>
        </p:nvPicPr>
        <p:blipFill rotWithShape="1">
          <a:blip r:embed="rId3">
            <a:alphaModFix/>
          </a:blip>
          <a:srcRect l="14452" t="4912" r="3640"/>
          <a:stretch/>
        </p:blipFill>
        <p:spPr>
          <a:xfrm>
            <a:off x="6736492" y="132197"/>
            <a:ext cx="4015086" cy="6056847"/>
          </a:xfrm>
          <a:prstGeom prst="rect">
            <a:avLst/>
          </a:prstGeom>
          <a:noFill/>
          <a:ln>
            <a:noFill/>
          </a:ln>
        </p:spPr>
      </p:pic>
      <p:sp>
        <p:nvSpPr>
          <p:cNvPr id="190" name="Google Shape;190;p25"/>
          <p:cNvSpPr txBox="1"/>
          <p:nvPr/>
        </p:nvSpPr>
        <p:spPr>
          <a:xfrm>
            <a:off x="5549985" y="6243672"/>
            <a:ext cx="6388100" cy="215444"/>
          </a:xfrm>
          <a:prstGeom prst="rect">
            <a:avLst/>
          </a:prstGeom>
          <a:noFill/>
          <a:ln>
            <a:noFill/>
          </a:ln>
        </p:spPr>
        <p:txBody>
          <a:bodyPr spcFirstLastPara="1" wrap="square" lIns="91425" tIns="45700" rIns="91425" bIns="45700" anchor="t" anchorCtr="0">
            <a:spAutoFit/>
          </a:bodyPr>
          <a:lstStyle/>
          <a:p>
            <a:pPr marL="457200" marR="0" lvl="0" indent="457200" algn="l" rtl="0">
              <a:spcBef>
                <a:spcPts val="0"/>
              </a:spcBef>
              <a:spcAft>
                <a:spcPts val="0"/>
              </a:spcAft>
              <a:buClr>
                <a:srgbClr val="0E2841"/>
              </a:buClr>
              <a:buSzPts val="800"/>
              <a:buFont typeface="Times New Roman"/>
              <a:buNone/>
            </a:pPr>
            <a:r>
              <a:rPr lang="en-US" sz="800" i="1">
                <a:solidFill>
                  <a:srgbClr val="0E2841"/>
                </a:solidFill>
                <a:latin typeface="Times New Roman"/>
                <a:ea typeface="Times New Roman"/>
                <a:cs typeface="Times New Roman"/>
                <a:sym typeface="Times New Roman"/>
              </a:rPr>
              <a:t>             Figure: Flowchart indicating the operation steps of Residual Neural Networks-50</a:t>
            </a:r>
            <a:endParaRPr sz="800" i="1">
              <a:solidFill>
                <a:srgbClr val="0E2841"/>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26"/>
          <p:cNvSpPr txBox="1">
            <a:spLocks noGrp="1"/>
          </p:cNvSpPr>
          <p:nvPr>
            <p:ph type="title"/>
          </p:nvPr>
        </p:nvSpPr>
        <p:spPr>
          <a:xfrm>
            <a:off x="838200" y="365125"/>
            <a:ext cx="10515600" cy="780281"/>
          </a:xfrm>
          <a:prstGeom prst="rect">
            <a:avLst/>
          </a:prstGeom>
          <a:noFill/>
          <a:ln>
            <a:noFill/>
          </a:ln>
        </p:spPr>
        <p:txBody>
          <a:bodyPr spcFirstLastPara="1" wrap="square" lIns="0" tIns="0" rIns="91425" bIns="45700" anchor="t" anchorCtr="0">
            <a:normAutofit/>
          </a:bodyPr>
          <a:lstStyle/>
          <a:p>
            <a:pPr marL="0" lvl="0" indent="0" algn="l" rtl="0">
              <a:lnSpc>
                <a:spcPct val="90000"/>
              </a:lnSpc>
              <a:spcBef>
                <a:spcPts val="0"/>
              </a:spcBef>
              <a:spcAft>
                <a:spcPts val="0"/>
              </a:spcAft>
              <a:buClr>
                <a:srgbClr val="004A7D"/>
              </a:buClr>
              <a:buSzPts val="3800"/>
              <a:buFont typeface="Times New Roman"/>
              <a:buNone/>
            </a:pPr>
            <a:r>
              <a:rPr lang="en-US" sz="3800">
                <a:latin typeface="Times New Roman"/>
                <a:ea typeface="Times New Roman"/>
                <a:cs typeface="Times New Roman"/>
                <a:sym typeface="Times New Roman"/>
              </a:rPr>
              <a:t>Training of ResNet-50 CNN on Image database</a:t>
            </a:r>
            <a:endParaRPr sz="3800"/>
          </a:p>
        </p:txBody>
      </p:sp>
      <p:sp>
        <p:nvSpPr>
          <p:cNvPr id="196" name="Google Shape;196;p26"/>
          <p:cNvSpPr txBox="1"/>
          <p:nvPr/>
        </p:nvSpPr>
        <p:spPr>
          <a:xfrm>
            <a:off x="802907" y="1091928"/>
            <a:ext cx="6842760" cy="5486672"/>
          </a:xfrm>
          <a:prstGeom prst="rect">
            <a:avLst/>
          </a:prstGeom>
          <a:noFill/>
          <a:ln>
            <a:noFill/>
          </a:ln>
        </p:spPr>
        <p:txBody>
          <a:bodyPr spcFirstLastPara="1" wrap="square" lIns="91425" tIns="45700" rIns="91425" bIns="45700" anchor="t" anchorCtr="0">
            <a:normAutofit/>
          </a:bodyPr>
          <a:lstStyle/>
          <a:p>
            <a:pPr marL="228600" marR="0" lvl="0" indent="-228600" algn="l" rtl="0">
              <a:lnSpc>
                <a:spcPct val="90000"/>
              </a:lnSpc>
              <a:spcBef>
                <a:spcPts val="0"/>
              </a:spcBef>
              <a:spcAft>
                <a:spcPts val="0"/>
              </a:spcAft>
              <a:buClr>
                <a:srgbClr val="004A7D"/>
              </a:buClr>
              <a:buSzPts val="1800"/>
              <a:buFont typeface="Noto Sans Symbols"/>
              <a:buChar char="▪"/>
            </a:pPr>
            <a:r>
              <a:rPr lang="en-US" sz="1800" b="1">
                <a:solidFill>
                  <a:schemeClr val="dk1"/>
                </a:solidFill>
                <a:latin typeface="Times New Roman"/>
                <a:ea typeface="Times New Roman"/>
                <a:cs typeface="Times New Roman"/>
                <a:sym typeface="Times New Roman"/>
              </a:rPr>
              <a:t>Purpose of Training: </a:t>
            </a:r>
            <a:r>
              <a:rPr lang="en-US" sz="1800">
                <a:solidFill>
                  <a:schemeClr val="dk1"/>
                </a:solidFill>
                <a:latin typeface="Times New Roman"/>
                <a:ea typeface="Times New Roman"/>
                <a:cs typeface="Times New Roman"/>
                <a:sym typeface="Times New Roman"/>
              </a:rPr>
              <a:t>To learn the optimal weights and parameters of the model, which performs well on unseen data.</a:t>
            </a:r>
            <a:endParaRPr/>
          </a:p>
          <a:p>
            <a:pPr marL="228600" marR="0" lvl="0" indent="-228600" algn="l" rtl="0">
              <a:lnSpc>
                <a:spcPct val="90000"/>
              </a:lnSpc>
              <a:spcBef>
                <a:spcPts val="1000"/>
              </a:spcBef>
              <a:spcAft>
                <a:spcPts val="0"/>
              </a:spcAft>
              <a:buClr>
                <a:srgbClr val="004A7D"/>
              </a:buClr>
              <a:buSzPts val="1800"/>
              <a:buFont typeface="Noto Sans Symbols"/>
              <a:buChar char="▪"/>
            </a:pPr>
            <a:r>
              <a:rPr lang="en-US" sz="1800">
                <a:solidFill>
                  <a:schemeClr val="dk1"/>
                </a:solidFill>
                <a:latin typeface="Times New Roman"/>
                <a:ea typeface="Times New Roman"/>
                <a:cs typeface="Times New Roman"/>
                <a:sym typeface="Times New Roman"/>
              </a:rPr>
              <a:t>To find the best weights of the model for the unseen data, the model is trained on major subsets of the training data called “training fold” and at the same time test the evaluate the model on the minor subset of training data called “validation fold” on specified number epochs. </a:t>
            </a:r>
            <a:endParaRPr/>
          </a:p>
          <a:p>
            <a:pPr marL="228600" marR="0" lvl="0" indent="-228600" algn="l" rtl="0">
              <a:lnSpc>
                <a:spcPct val="90000"/>
              </a:lnSpc>
              <a:spcBef>
                <a:spcPts val="1000"/>
              </a:spcBef>
              <a:spcAft>
                <a:spcPts val="0"/>
              </a:spcAft>
              <a:buClr>
                <a:srgbClr val="004A7D"/>
              </a:buClr>
              <a:buSzPts val="1800"/>
              <a:buFont typeface="Noto Sans Symbols"/>
              <a:buChar char="▪"/>
            </a:pPr>
            <a:r>
              <a:rPr lang="en-US" sz="1800">
                <a:solidFill>
                  <a:schemeClr val="dk1"/>
                </a:solidFill>
                <a:latin typeface="Times New Roman"/>
                <a:ea typeface="Times New Roman"/>
                <a:cs typeface="Times New Roman"/>
                <a:sym typeface="Times New Roman"/>
              </a:rPr>
              <a:t>To find the best parameters, this process of “k-fold cross validation” is trained on different  parameters of the search space during hyperparametertuning.</a:t>
            </a:r>
            <a:endParaRPr/>
          </a:p>
          <a:p>
            <a:pPr marL="228600" marR="0" lvl="0" indent="-228600" algn="l" rtl="0">
              <a:lnSpc>
                <a:spcPct val="90000"/>
              </a:lnSpc>
              <a:spcBef>
                <a:spcPts val="1000"/>
              </a:spcBef>
              <a:spcAft>
                <a:spcPts val="0"/>
              </a:spcAft>
              <a:buClr>
                <a:srgbClr val="004A7D"/>
              </a:buClr>
              <a:buSzPts val="1800"/>
              <a:buFont typeface="Noto Sans Symbols"/>
              <a:buChar char="▪"/>
            </a:pPr>
            <a:r>
              <a:rPr lang="en-US" sz="1800">
                <a:solidFill>
                  <a:schemeClr val="dk1"/>
                </a:solidFill>
                <a:latin typeface="Times New Roman"/>
                <a:ea typeface="Times New Roman"/>
                <a:cs typeface="Times New Roman"/>
                <a:sym typeface="Times New Roman"/>
              </a:rPr>
              <a:t>Resnet-50 model is further retrained on full training data with the best hyperparameters to obtain optimal weights.</a:t>
            </a:r>
            <a:endParaRPr/>
          </a:p>
          <a:p>
            <a:pPr marL="228600" marR="0" lvl="0" indent="-228600" algn="l" rtl="0">
              <a:lnSpc>
                <a:spcPct val="90000"/>
              </a:lnSpc>
              <a:spcBef>
                <a:spcPts val="1000"/>
              </a:spcBef>
              <a:spcAft>
                <a:spcPts val="0"/>
              </a:spcAft>
              <a:buClr>
                <a:srgbClr val="004A7D"/>
              </a:buClr>
              <a:buSzPts val="1800"/>
              <a:buFont typeface="Noto Sans Symbols"/>
              <a:buChar char="▪"/>
            </a:pPr>
            <a:r>
              <a:rPr lang="en-US" sz="1800">
                <a:solidFill>
                  <a:schemeClr val="dk1"/>
                </a:solidFill>
                <a:latin typeface="Times New Roman"/>
                <a:ea typeface="Times New Roman"/>
                <a:cs typeface="Times New Roman"/>
                <a:sym typeface="Times New Roman"/>
              </a:rPr>
              <a:t>A model training pipeline, as  in the figure, is designed to automate the data preprocessing, hyperparameter tuning and generate plot results.</a:t>
            </a:r>
            <a:endParaRPr/>
          </a:p>
          <a:p>
            <a:pPr marL="228600" marR="0" lvl="0" indent="-228600" algn="l" rtl="0">
              <a:lnSpc>
                <a:spcPct val="90000"/>
              </a:lnSpc>
              <a:spcBef>
                <a:spcPts val="1000"/>
              </a:spcBef>
              <a:spcAft>
                <a:spcPts val="0"/>
              </a:spcAft>
              <a:buClr>
                <a:srgbClr val="004A7D"/>
              </a:buClr>
              <a:buSzPts val="1800"/>
              <a:buFont typeface="Noto Sans Symbols"/>
              <a:buChar char="▪"/>
            </a:pPr>
            <a:r>
              <a:rPr lang="en-US" sz="1800">
                <a:solidFill>
                  <a:schemeClr val="dk1"/>
                </a:solidFill>
                <a:latin typeface="Times New Roman"/>
                <a:ea typeface="Times New Roman"/>
                <a:cs typeface="Times New Roman"/>
                <a:sym typeface="Times New Roman"/>
              </a:rPr>
              <a:t>Since the images are categorized into 10 classes, the cross-entropy loss for multi-label classification  using logits(  )is:</a:t>
            </a:r>
            <a:endParaRPr/>
          </a:p>
          <a:p>
            <a:pPr marL="228600" marR="0" lvl="0" indent="-101600" algn="l" rtl="0">
              <a:lnSpc>
                <a:spcPct val="90000"/>
              </a:lnSpc>
              <a:spcBef>
                <a:spcPts val="1000"/>
              </a:spcBef>
              <a:spcAft>
                <a:spcPts val="0"/>
              </a:spcAft>
              <a:buClr>
                <a:srgbClr val="004A7D"/>
              </a:buClr>
              <a:buSzPts val="2000"/>
              <a:buFont typeface="Noto Sans Symbols"/>
              <a:buNone/>
            </a:pPr>
            <a:endParaRPr sz="2000">
              <a:solidFill>
                <a:schemeClr val="dk1"/>
              </a:solidFill>
              <a:latin typeface="Times New Roman"/>
              <a:ea typeface="Times New Roman"/>
              <a:cs typeface="Times New Roman"/>
              <a:sym typeface="Times New Roman"/>
            </a:endParaRPr>
          </a:p>
          <a:p>
            <a:pPr marL="228600" marR="0" lvl="0" indent="-101600" algn="l" rtl="0">
              <a:lnSpc>
                <a:spcPct val="90000"/>
              </a:lnSpc>
              <a:spcBef>
                <a:spcPts val="1000"/>
              </a:spcBef>
              <a:spcAft>
                <a:spcPts val="0"/>
              </a:spcAft>
              <a:buClr>
                <a:srgbClr val="004A7D"/>
              </a:buClr>
              <a:buSzPts val="2000"/>
              <a:buFont typeface="Noto Sans Symbols"/>
              <a:buNone/>
            </a:pPr>
            <a:endParaRPr sz="2000">
              <a:solidFill>
                <a:schemeClr val="dk1"/>
              </a:solidFill>
              <a:latin typeface="Times New Roman"/>
              <a:ea typeface="Times New Roman"/>
              <a:cs typeface="Times New Roman"/>
              <a:sym typeface="Times New Roman"/>
            </a:endParaRPr>
          </a:p>
        </p:txBody>
      </p:sp>
      <p:pic>
        <p:nvPicPr>
          <p:cNvPr id="197" name="Google Shape;197;p26"/>
          <p:cNvPicPr preferRelativeResize="0"/>
          <p:nvPr/>
        </p:nvPicPr>
        <p:blipFill rotWithShape="1">
          <a:blip r:embed="rId3">
            <a:alphaModFix/>
          </a:blip>
          <a:srcRect/>
          <a:stretch/>
        </p:blipFill>
        <p:spPr>
          <a:xfrm>
            <a:off x="7828935" y="1058509"/>
            <a:ext cx="2502567" cy="4740981"/>
          </a:xfrm>
          <a:prstGeom prst="rect">
            <a:avLst/>
          </a:prstGeom>
          <a:noFill/>
          <a:ln>
            <a:noFill/>
          </a:ln>
        </p:spPr>
      </p:pic>
      <p:sp>
        <p:nvSpPr>
          <p:cNvPr id="198" name="Google Shape;198;p26"/>
          <p:cNvSpPr txBox="1"/>
          <p:nvPr/>
        </p:nvSpPr>
        <p:spPr>
          <a:xfrm>
            <a:off x="6910693" y="5821144"/>
            <a:ext cx="3930649" cy="215444"/>
          </a:xfrm>
          <a:prstGeom prst="rect">
            <a:avLst/>
          </a:prstGeom>
          <a:noFill/>
          <a:ln>
            <a:noFill/>
          </a:ln>
        </p:spPr>
        <p:txBody>
          <a:bodyPr spcFirstLastPara="1" wrap="square" lIns="91425" tIns="45700" rIns="91425" bIns="45700" anchor="t" anchorCtr="0">
            <a:spAutoFit/>
          </a:bodyPr>
          <a:lstStyle/>
          <a:p>
            <a:pPr marL="457200" marR="0" lvl="0" indent="457200" algn="l" rtl="0">
              <a:spcBef>
                <a:spcPts val="0"/>
              </a:spcBef>
              <a:spcAft>
                <a:spcPts val="0"/>
              </a:spcAft>
              <a:buClr>
                <a:srgbClr val="0E2841"/>
              </a:buClr>
              <a:buSzPts val="800"/>
              <a:buFont typeface="Times New Roman"/>
              <a:buNone/>
            </a:pPr>
            <a:r>
              <a:rPr lang="en-US" sz="800" i="1">
                <a:solidFill>
                  <a:srgbClr val="0E2841"/>
                </a:solidFill>
                <a:latin typeface="Times New Roman"/>
                <a:ea typeface="Times New Roman"/>
                <a:cs typeface="Times New Roman"/>
                <a:sym typeface="Times New Roman"/>
              </a:rPr>
              <a:t>Figure: Flowchart of Model Training Pipeline Implemented</a:t>
            </a:r>
            <a:endParaRPr sz="800" i="1">
              <a:solidFill>
                <a:srgbClr val="0E2841"/>
              </a:solidFill>
              <a:latin typeface="Times New Roman"/>
              <a:ea typeface="Times New Roman"/>
              <a:cs typeface="Times New Roman"/>
              <a:sym typeface="Times New Roman"/>
            </a:endParaRPr>
          </a:p>
        </p:txBody>
      </p:sp>
      <p:pic>
        <p:nvPicPr>
          <p:cNvPr id="199" name="Google Shape;199;p26"/>
          <p:cNvPicPr preferRelativeResize="0"/>
          <p:nvPr/>
        </p:nvPicPr>
        <p:blipFill rotWithShape="1">
          <a:blip r:embed="rId4">
            <a:alphaModFix/>
          </a:blip>
          <a:srcRect/>
          <a:stretch/>
        </p:blipFill>
        <p:spPr>
          <a:xfrm>
            <a:off x="3276136" y="5821144"/>
            <a:ext cx="2387723" cy="609631"/>
          </a:xfrm>
          <a:prstGeom prst="rect">
            <a:avLst/>
          </a:prstGeom>
          <a:noFill/>
          <a:ln>
            <a:noFill/>
          </a:ln>
        </p:spPr>
      </p:pic>
      <p:pic>
        <p:nvPicPr>
          <p:cNvPr id="200" name="Google Shape;200;p26"/>
          <p:cNvPicPr preferRelativeResize="0"/>
          <p:nvPr/>
        </p:nvPicPr>
        <p:blipFill rotWithShape="1">
          <a:blip r:embed="rId5">
            <a:alphaModFix/>
          </a:blip>
          <a:srcRect/>
          <a:stretch/>
        </p:blipFill>
        <p:spPr>
          <a:xfrm>
            <a:off x="5368989" y="5551592"/>
            <a:ext cx="155512" cy="13572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27"/>
          <p:cNvSpPr txBox="1">
            <a:spLocks noGrp="1"/>
          </p:cNvSpPr>
          <p:nvPr>
            <p:ph type="body" idx="1"/>
          </p:nvPr>
        </p:nvSpPr>
        <p:spPr>
          <a:xfrm>
            <a:off x="770021" y="1230818"/>
            <a:ext cx="5553777" cy="5006695"/>
          </a:xfrm>
          <a:prstGeom prst="rect">
            <a:avLst/>
          </a:prstGeom>
          <a:noFill/>
          <a:ln>
            <a:noFill/>
          </a:ln>
        </p:spPr>
        <p:txBody>
          <a:bodyPr spcFirstLastPara="1" wrap="square" lIns="0" tIns="45700" rIns="0" bIns="45700" anchor="t" anchorCtr="0">
            <a:noAutofit/>
          </a:bodyPr>
          <a:lstStyle/>
          <a:p>
            <a:pPr marL="285750" lvl="0" indent="-285750" algn="just" rtl="0">
              <a:lnSpc>
                <a:spcPct val="90000"/>
              </a:lnSpc>
              <a:spcBef>
                <a:spcPts val="0"/>
              </a:spcBef>
              <a:spcAft>
                <a:spcPts val="0"/>
              </a:spcAft>
              <a:buSzPts val="1760"/>
              <a:buFont typeface="Arial"/>
              <a:buChar char="•"/>
            </a:pPr>
            <a:r>
              <a:rPr lang="en-US" sz="1600">
                <a:latin typeface="Times New Roman"/>
                <a:ea typeface="Times New Roman"/>
                <a:cs typeface="Times New Roman"/>
                <a:sym typeface="Times New Roman"/>
              </a:rPr>
              <a:t>Resnet-50 model is trained on 16 combinations of training data to maximize learning.</a:t>
            </a:r>
            <a:endParaRPr/>
          </a:p>
          <a:p>
            <a:pPr marL="285750" lvl="0" indent="-285750" algn="just" rtl="0">
              <a:lnSpc>
                <a:spcPct val="90000"/>
              </a:lnSpc>
              <a:spcBef>
                <a:spcPts val="1000"/>
              </a:spcBef>
              <a:spcAft>
                <a:spcPts val="0"/>
              </a:spcAft>
              <a:buSzPts val="1760"/>
              <a:buFont typeface="Arial"/>
              <a:buChar char="•"/>
            </a:pPr>
            <a:r>
              <a:rPr lang="en-US" sz="1600">
                <a:latin typeface="Times New Roman"/>
                <a:ea typeface="Times New Roman"/>
                <a:cs typeface="Times New Roman"/>
                <a:sym typeface="Times New Roman"/>
              </a:rPr>
              <a:t>During training, torch.no_grad() and model.eval() were used to save the memory usage and speeds up inference since gradients are not needed during validation.</a:t>
            </a:r>
            <a:endParaRPr/>
          </a:p>
          <a:p>
            <a:pPr marL="285750" lvl="0" indent="-285750" algn="just" rtl="0">
              <a:lnSpc>
                <a:spcPct val="90000"/>
              </a:lnSpc>
              <a:spcBef>
                <a:spcPts val="1000"/>
              </a:spcBef>
              <a:spcAft>
                <a:spcPts val="0"/>
              </a:spcAft>
              <a:buSzPts val="1760"/>
              <a:buFont typeface="Arial"/>
              <a:buChar char="•"/>
            </a:pPr>
            <a:r>
              <a:rPr lang="en-US" sz="1600">
                <a:latin typeface="Times New Roman"/>
                <a:ea typeface="Times New Roman"/>
                <a:cs typeface="Times New Roman"/>
                <a:sym typeface="Times New Roman"/>
              </a:rPr>
              <a:t>Unlike in the training, Validation doesn’t update the model weights, with the torch.no_grad() and also doesnt dropout neurons nor use batch normalization with model.eval()</a:t>
            </a:r>
            <a:endParaRPr/>
          </a:p>
          <a:p>
            <a:pPr marL="285750" lvl="0" indent="-285750" algn="just" rtl="0">
              <a:lnSpc>
                <a:spcPct val="90000"/>
              </a:lnSpc>
              <a:spcBef>
                <a:spcPts val="1000"/>
              </a:spcBef>
              <a:spcAft>
                <a:spcPts val="0"/>
              </a:spcAft>
              <a:buSzPts val="1760"/>
              <a:buFont typeface="Arial"/>
              <a:buChar char="•"/>
            </a:pPr>
            <a:r>
              <a:rPr lang="en-US" sz="1600">
                <a:latin typeface="Times New Roman"/>
                <a:ea typeface="Times New Roman"/>
                <a:cs typeface="Times New Roman"/>
                <a:sym typeface="Times New Roman"/>
              </a:rPr>
              <a:t>During hyperparameter tuning, best validation accuracy was tracked and updated by comparing with the previous best as shown in the Figure.</a:t>
            </a:r>
            <a:endParaRPr/>
          </a:p>
          <a:p>
            <a:pPr marL="285750" lvl="0" indent="-285750" algn="just" rtl="0">
              <a:lnSpc>
                <a:spcPct val="90000"/>
              </a:lnSpc>
              <a:spcBef>
                <a:spcPts val="1000"/>
              </a:spcBef>
              <a:spcAft>
                <a:spcPts val="0"/>
              </a:spcAft>
              <a:buSzPts val="1760"/>
              <a:buFont typeface="Arial"/>
              <a:buChar char="•"/>
            </a:pPr>
            <a:r>
              <a:rPr lang="en-US" sz="1600" b="1">
                <a:latin typeface="Times New Roman"/>
                <a:ea typeface="Times New Roman"/>
                <a:cs typeface="Times New Roman"/>
                <a:sym typeface="Times New Roman"/>
              </a:rPr>
              <a:t>Normalization on each fold during hyperparameter tuning:</a:t>
            </a:r>
            <a:endParaRPr/>
          </a:p>
          <a:p>
            <a:pPr marL="285750" lvl="0" indent="0" algn="just" rtl="0">
              <a:lnSpc>
                <a:spcPct val="90000"/>
              </a:lnSpc>
              <a:spcBef>
                <a:spcPts val="1000"/>
              </a:spcBef>
              <a:spcAft>
                <a:spcPts val="0"/>
              </a:spcAft>
              <a:buSzPts val="1760"/>
              <a:buNone/>
            </a:pPr>
            <a:r>
              <a:rPr lang="en-US" sz="1600">
                <a:latin typeface="Times New Roman"/>
                <a:ea typeface="Times New Roman"/>
                <a:cs typeface="Times New Roman"/>
                <a:sym typeface="Times New Roman"/>
              </a:rPr>
              <a:t>-  During hyperparameter tuning the normalization is performed on separately to generate only normalized images with mean and standard deviation of the fold.</a:t>
            </a:r>
            <a:endParaRPr/>
          </a:p>
          <a:p>
            <a:pPr marL="571500" lvl="0" indent="-285750" algn="just" rtl="0">
              <a:lnSpc>
                <a:spcPct val="90000"/>
              </a:lnSpc>
              <a:spcBef>
                <a:spcPts val="1000"/>
              </a:spcBef>
              <a:spcAft>
                <a:spcPts val="0"/>
              </a:spcAft>
              <a:buSzPts val="1760"/>
              <a:buFont typeface="Times New Roman"/>
              <a:buChar char="-"/>
            </a:pPr>
            <a:r>
              <a:rPr lang="en-US" sz="1600">
                <a:latin typeface="Times New Roman"/>
                <a:ea typeface="Times New Roman"/>
                <a:cs typeface="Times New Roman"/>
                <a:sym typeface="Times New Roman"/>
              </a:rPr>
              <a:t>Training data is not normalized during preprocessing for same  reason.</a:t>
            </a:r>
            <a:endParaRPr/>
          </a:p>
          <a:p>
            <a:pPr marL="285750" lvl="0" indent="0" algn="just" rtl="0">
              <a:lnSpc>
                <a:spcPct val="90000"/>
              </a:lnSpc>
              <a:spcBef>
                <a:spcPts val="1000"/>
              </a:spcBef>
              <a:spcAft>
                <a:spcPts val="0"/>
              </a:spcAft>
              <a:buSzPts val="1540"/>
              <a:buNone/>
            </a:pPr>
            <a:endParaRPr sz="1400">
              <a:latin typeface="Times New Roman"/>
              <a:ea typeface="Times New Roman"/>
              <a:cs typeface="Times New Roman"/>
              <a:sym typeface="Times New Roman"/>
            </a:endParaRPr>
          </a:p>
          <a:p>
            <a:pPr marL="0" lvl="0" indent="0" algn="l" rtl="0">
              <a:lnSpc>
                <a:spcPct val="90000"/>
              </a:lnSpc>
              <a:spcBef>
                <a:spcPts val="1000"/>
              </a:spcBef>
              <a:spcAft>
                <a:spcPts val="0"/>
              </a:spcAft>
              <a:buClr>
                <a:srgbClr val="004A7D"/>
              </a:buClr>
              <a:buSzPts val="1760"/>
              <a:buFont typeface="Noto Sans Symbols"/>
              <a:buNone/>
            </a:pPr>
            <a:endParaRPr sz="1600" b="1">
              <a:latin typeface="Times New Roman"/>
              <a:ea typeface="Times New Roman"/>
              <a:cs typeface="Times New Roman"/>
              <a:sym typeface="Times New Roman"/>
            </a:endParaRPr>
          </a:p>
          <a:p>
            <a:pPr marL="285750" lvl="0" indent="-187960" algn="l" rtl="0">
              <a:lnSpc>
                <a:spcPct val="90000"/>
              </a:lnSpc>
              <a:spcBef>
                <a:spcPts val="1000"/>
              </a:spcBef>
              <a:spcAft>
                <a:spcPts val="0"/>
              </a:spcAft>
              <a:buSzPts val="1540"/>
              <a:buFont typeface="Arial"/>
              <a:buNone/>
            </a:pPr>
            <a:endParaRPr sz="1400" b="1">
              <a:latin typeface="Times New Roman"/>
              <a:ea typeface="Times New Roman"/>
              <a:cs typeface="Times New Roman"/>
              <a:sym typeface="Times New Roman"/>
            </a:endParaRPr>
          </a:p>
          <a:p>
            <a:pPr marL="0" lvl="0" indent="0" algn="l" rtl="0">
              <a:lnSpc>
                <a:spcPct val="90000"/>
              </a:lnSpc>
              <a:spcBef>
                <a:spcPts val="1000"/>
              </a:spcBef>
              <a:spcAft>
                <a:spcPts val="0"/>
              </a:spcAft>
              <a:buClr>
                <a:srgbClr val="004A7D"/>
              </a:buClr>
              <a:buSzPts val="1760"/>
              <a:buFont typeface="Noto Sans Symbols"/>
              <a:buNone/>
            </a:pPr>
            <a:endParaRPr sz="1600" b="1">
              <a:latin typeface="Times New Roman"/>
              <a:ea typeface="Times New Roman"/>
              <a:cs typeface="Times New Roman"/>
              <a:sym typeface="Times New Roman"/>
            </a:endParaRPr>
          </a:p>
        </p:txBody>
      </p:sp>
      <p:sp>
        <p:nvSpPr>
          <p:cNvPr id="206" name="Google Shape;206;p27"/>
          <p:cNvSpPr txBox="1">
            <a:spLocks noGrp="1"/>
          </p:cNvSpPr>
          <p:nvPr>
            <p:ph type="title"/>
          </p:nvPr>
        </p:nvSpPr>
        <p:spPr>
          <a:xfrm>
            <a:off x="558264" y="278166"/>
            <a:ext cx="11633735" cy="781764"/>
          </a:xfrm>
          <a:prstGeom prst="rect">
            <a:avLst/>
          </a:prstGeom>
          <a:noFill/>
          <a:ln>
            <a:noFill/>
          </a:ln>
        </p:spPr>
        <p:txBody>
          <a:bodyPr spcFirstLastPara="1" wrap="square" lIns="0" tIns="0" rIns="91425" bIns="45700" anchor="t" anchorCtr="0">
            <a:noAutofit/>
          </a:bodyPr>
          <a:lstStyle/>
          <a:p>
            <a:pPr marL="0" lvl="0" indent="0" algn="l" rtl="0">
              <a:lnSpc>
                <a:spcPct val="90000"/>
              </a:lnSpc>
              <a:spcBef>
                <a:spcPts val="0"/>
              </a:spcBef>
              <a:spcAft>
                <a:spcPts val="0"/>
              </a:spcAft>
              <a:buClr>
                <a:srgbClr val="004A7D"/>
              </a:buClr>
              <a:buSzPts val="3000"/>
              <a:buFont typeface="Times New Roman"/>
              <a:buNone/>
            </a:pPr>
            <a:r>
              <a:rPr lang="en-US" sz="3000">
                <a:latin typeface="Times New Roman"/>
                <a:ea typeface="Times New Roman"/>
                <a:cs typeface="Times New Roman"/>
                <a:sym typeface="Times New Roman"/>
              </a:rPr>
              <a:t>Critical decisions during training for confident predictions</a:t>
            </a:r>
            <a:endParaRPr sz="3000"/>
          </a:p>
        </p:txBody>
      </p:sp>
      <p:pic>
        <p:nvPicPr>
          <p:cNvPr id="207" name="Google Shape;207;p27"/>
          <p:cNvPicPr preferRelativeResize="0"/>
          <p:nvPr/>
        </p:nvPicPr>
        <p:blipFill rotWithShape="1">
          <a:blip r:embed="rId3">
            <a:alphaModFix/>
          </a:blip>
          <a:srcRect/>
          <a:stretch/>
        </p:blipFill>
        <p:spPr>
          <a:xfrm>
            <a:off x="6541513" y="3946537"/>
            <a:ext cx="4025194" cy="1929049"/>
          </a:xfrm>
          <a:prstGeom prst="rect">
            <a:avLst/>
          </a:prstGeom>
          <a:noFill/>
          <a:ln>
            <a:noFill/>
          </a:ln>
        </p:spPr>
      </p:pic>
      <p:sp>
        <p:nvSpPr>
          <p:cNvPr id="208" name="Google Shape;208;p27"/>
          <p:cNvSpPr txBox="1"/>
          <p:nvPr/>
        </p:nvSpPr>
        <p:spPr>
          <a:xfrm>
            <a:off x="5670655" y="6046474"/>
            <a:ext cx="4896052" cy="215444"/>
          </a:xfrm>
          <a:prstGeom prst="rect">
            <a:avLst/>
          </a:prstGeom>
          <a:noFill/>
          <a:ln>
            <a:noFill/>
          </a:ln>
        </p:spPr>
        <p:txBody>
          <a:bodyPr spcFirstLastPara="1" wrap="square" lIns="91425" tIns="45700" rIns="91425" bIns="45700" anchor="t" anchorCtr="0">
            <a:spAutoFit/>
          </a:bodyPr>
          <a:lstStyle/>
          <a:p>
            <a:pPr marL="457200" marR="0" lvl="0" indent="457200" algn="l" rtl="0">
              <a:spcBef>
                <a:spcPts val="0"/>
              </a:spcBef>
              <a:spcAft>
                <a:spcPts val="0"/>
              </a:spcAft>
              <a:buClr>
                <a:srgbClr val="0E2841"/>
              </a:buClr>
              <a:buSzPts val="800"/>
              <a:buFont typeface="Times New Roman"/>
              <a:buNone/>
            </a:pPr>
            <a:r>
              <a:rPr lang="en-US" sz="800" i="1">
                <a:solidFill>
                  <a:srgbClr val="0E2841"/>
                </a:solidFill>
                <a:latin typeface="Times New Roman"/>
                <a:ea typeface="Times New Roman"/>
                <a:cs typeface="Times New Roman"/>
                <a:sym typeface="Times New Roman"/>
              </a:rPr>
              <a:t>Figure: Condition for computing validation accuracy during k-fold cross validation</a:t>
            </a:r>
            <a:endParaRPr/>
          </a:p>
        </p:txBody>
      </p:sp>
      <p:pic>
        <p:nvPicPr>
          <p:cNvPr id="209" name="Google Shape;209;p27"/>
          <p:cNvPicPr preferRelativeResize="0"/>
          <p:nvPr/>
        </p:nvPicPr>
        <p:blipFill rotWithShape="1">
          <a:blip r:embed="rId4">
            <a:alphaModFix/>
          </a:blip>
          <a:srcRect/>
          <a:stretch/>
        </p:blipFill>
        <p:spPr>
          <a:xfrm>
            <a:off x="6541513" y="886388"/>
            <a:ext cx="4307281" cy="2662355"/>
          </a:xfrm>
          <a:prstGeom prst="rect">
            <a:avLst/>
          </a:prstGeom>
          <a:noFill/>
          <a:ln>
            <a:noFill/>
          </a:ln>
        </p:spPr>
      </p:pic>
      <p:sp>
        <p:nvSpPr>
          <p:cNvPr id="210" name="Google Shape;210;p27"/>
          <p:cNvSpPr txBox="1"/>
          <p:nvPr/>
        </p:nvSpPr>
        <p:spPr>
          <a:xfrm>
            <a:off x="5833941" y="3573148"/>
            <a:ext cx="4896052" cy="215444"/>
          </a:xfrm>
          <a:prstGeom prst="rect">
            <a:avLst/>
          </a:prstGeom>
          <a:noFill/>
          <a:ln>
            <a:noFill/>
          </a:ln>
        </p:spPr>
        <p:txBody>
          <a:bodyPr spcFirstLastPara="1" wrap="square" lIns="91425" tIns="45700" rIns="91425" bIns="45700" anchor="t" anchorCtr="0">
            <a:spAutoFit/>
          </a:bodyPr>
          <a:lstStyle/>
          <a:p>
            <a:pPr marL="457200" marR="0" lvl="0" indent="457200" algn="l" rtl="0">
              <a:spcBef>
                <a:spcPts val="0"/>
              </a:spcBef>
              <a:spcAft>
                <a:spcPts val="0"/>
              </a:spcAft>
              <a:buClr>
                <a:srgbClr val="0E2841"/>
              </a:buClr>
              <a:buSzPts val="800"/>
              <a:buFont typeface="Times New Roman"/>
              <a:buNone/>
            </a:pPr>
            <a:r>
              <a:rPr lang="en-US" sz="800" i="1">
                <a:solidFill>
                  <a:srgbClr val="0E2841"/>
                </a:solidFill>
                <a:latin typeface="Times New Roman"/>
                <a:ea typeface="Times New Roman"/>
                <a:cs typeface="Times New Roman"/>
                <a:sym typeface="Times New Roman"/>
              </a:rPr>
              <a:t>Figure: Computing validation accuracy during hyperparametertuning</a:t>
            </a:r>
            <a:endParaRPr sz="800" i="1">
              <a:solidFill>
                <a:srgbClr val="0E284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28"/>
          <p:cNvSpPr txBox="1">
            <a:spLocks noGrp="1"/>
          </p:cNvSpPr>
          <p:nvPr>
            <p:ph type="body" idx="2"/>
          </p:nvPr>
        </p:nvSpPr>
        <p:spPr>
          <a:xfrm>
            <a:off x="394637" y="923058"/>
            <a:ext cx="5407450" cy="5506618"/>
          </a:xfrm>
          <a:prstGeom prst="rect">
            <a:avLst/>
          </a:prstGeom>
          <a:noFill/>
          <a:ln>
            <a:noFill/>
          </a:ln>
        </p:spPr>
        <p:txBody>
          <a:bodyPr spcFirstLastPara="1" wrap="square" lIns="0" tIns="45700" rIns="0" bIns="45700" anchor="t" anchorCtr="0">
            <a:noAutofit/>
          </a:bodyPr>
          <a:lstStyle/>
          <a:p>
            <a:pPr marL="285750" lvl="0" indent="-285750" algn="l" rtl="0">
              <a:lnSpc>
                <a:spcPct val="90000"/>
              </a:lnSpc>
              <a:spcBef>
                <a:spcPts val="0"/>
              </a:spcBef>
              <a:spcAft>
                <a:spcPts val="0"/>
              </a:spcAft>
              <a:buSzPts val="1650"/>
              <a:buFont typeface="Arial"/>
              <a:buChar char="•"/>
            </a:pPr>
            <a:r>
              <a:rPr lang="en-US" sz="1500">
                <a:latin typeface="Times New Roman"/>
                <a:ea typeface="Times New Roman"/>
                <a:cs typeface="Times New Roman"/>
                <a:sym typeface="Times New Roman"/>
              </a:rPr>
              <a:t>During hyperparametertuning, grid search is chosen as it thoroughly explores all possible combinations, ensuring the best hyperparameters are found.</a:t>
            </a:r>
            <a:endParaRPr/>
          </a:p>
          <a:p>
            <a:pPr marL="285750" lvl="0" indent="-285750" algn="l" rtl="0">
              <a:lnSpc>
                <a:spcPct val="90000"/>
              </a:lnSpc>
              <a:spcBef>
                <a:spcPts val="1000"/>
              </a:spcBef>
              <a:spcAft>
                <a:spcPts val="0"/>
              </a:spcAft>
              <a:buSzPts val="1650"/>
              <a:buFont typeface="Arial"/>
              <a:buChar char="•"/>
            </a:pPr>
            <a:r>
              <a:rPr lang="en-US" sz="1500" b="1" i="0">
                <a:solidFill>
                  <a:srgbClr val="404040"/>
                </a:solidFill>
                <a:latin typeface="Times New Roman"/>
                <a:ea typeface="Times New Roman"/>
                <a:cs typeface="Times New Roman"/>
                <a:sym typeface="Times New Roman"/>
              </a:rPr>
              <a:t>Learning Rate (0.001, 0.01):</a:t>
            </a:r>
            <a:endParaRPr/>
          </a:p>
          <a:p>
            <a:pPr marL="971550" lvl="1" indent="-285750" algn="l" rtl="0">
              <a:lnSpc>
                <a:spcPct val="90000"/>
              </a:lnSpc>
              <a:spcBef>
                <a:spcPts val="500"/>
              </a:spcBef>
              <a:spcAft>
                <a:spcPts val="0"/>
              </a:spcAft>
              <a:buSzPts val="1650"/>
              <a:buChar char="•"/>
            </a:pPr>
            <a:r>
              <a:rPr lang="en-US" sz="1500" b="0" i="0">
                <a:solidFill>
                  <a:srgbClr val="404040"/>
                </a:solidFill>
                <a:latin typeface="Times New Roman"/>
                <a:ea typeface="Times New Roman"/>
                <a:cs typeface="Times New Roman"/>
                <a:sym typeface="Times New Roman"/>
              </a:rPr>
              <a:t>0.001 is chosen for stable convergence; 0.01 for faster training.</a:t>
            </a:r>
            <a:endParaRPr/>
          </a:p>
          <a:p>
            <a:pPr marL="971550" lvl="1" indent="-285750" algn="l" rtl="0">
              <a:lnSpc>
                <a:spcPct val="90000"/>
              </a:lnSpc>
              <a:spcBef>
                <a:spcPts val="500"/>
              </a:spcBef>
              <a:spcAft>
                <a:spcPts val="0"/>
              </a:spcAft>
              <a:buSzPts val="1650"/>
              <a:buChar char="•"/>
            </a:pPr>
            <a:r>
              <a:rPr lang="en-US" sz="1500" b="0" i="0">
                <a:solidFill>
                  <a:srgbClr val="404040"/>
                </a:solidFill>
                <a:latin typeface="Times New Roman"/>
                <a:ea typeface="Times New Roman"/>
                <a:cs typeface="Times New Roman"/>
                <a:sym typeface="Times New Roman"/>
              </a:rPr>
              <a:t>Limited walltime (25 hours) and epochs (7–12) favor 0.01 to accelerate convergence.</a:t>
            </a:r>
            <a:endParaRPr sz="1500">
              <a:latin typeface="Times New Roman"/>
              <a:ea typeface="Times New Roman"/>
              <a:cs typeface="Times New Roman"/>
              <a:sym typeface="Times New Roman"/>
            </a:endParaRPr>
          </a:p>
          <a:p>
            <a:pPr marL="285750" lvl="0" indent="-285750" algn="l" rtl="0">
              <a:lnSpc>
                <a:spcPct val="90000"/>
              </a:lnSpc>
              <a:spcBef>
                <a:spcPts val="1000"/>
              </a:spcBef>
              <a:spcAft>
                <a:spcPts val="0"/>
              </a:spcAft>
              <a:buSzPts val="1650"/>
              <a:buFont typeface="Arial"/>
              <a:buChar char="•"/>
            </a:pPr>
            <a:r>
              <a:rPr lang="en-US" sz="1500" b="1" i="0">
                <a:solidFill>
                  <a:srgbClr val="404040"/>
                </a:solidFill>
                <a:latin typeface="Times New Roman"/>
                <a:ea typeface="Times New Roman"/>
                <a:cs typeface="Times New Roman"/>
                <a:sym typeface="Times New Roman"/>
              </a:rPr>
              <a:t>Optimizers (SGD, Adam):</a:t>
            </a:r>
            <a:endParaRPr/>
          </a:p>
          <a:p>
            <a:pPr marL="971550" lvl="1" indent="-285750" algn="l" rtl="0">
              <a:lnSpc>
                <a:spcPct val="90000"/>
              </a:lnSpc>
              <a:spcBef>
                <a:spcPts val="500"/>
              </a:spcBef>
              <a:spcAft>
                <a:spcPts val="0"/>
              </a:spcAft>
              <a:buSzPts val="1650"/>
              <a:buChar char="•"/>
            </a:pPr>
            <a:r>
              <a:rPr lang="en-US" sz="1500">
                <a:solidFill>
                  <a:srgbClr val="404040"/>
                </a:solidFill>
                <a:latin typeface="Times New Roman"/>
                <a:ea typeface="Times New Roman"/>
                <a:cs typeface="Times New Roman"/>
                <a:sym typeface="Times New Roman"/>
              </a:rPr>
              <a:t>SGD is considered for its stability with large datasets, while Adam performs well in noisy environments.</a:t>
            </a:r>
            <a:endParaRPr/>
          </a:p>
          <a:p>
            <a:pPr marL="971550" lvl="1" indent="-285750" algn="l" rtl="0">
              <a:lnSpc>
                <a:spcPct val="90000"/>
              </a:lnSpc>
              <a:spcBef>
                <a:spcPts val="500"/>
              </a:spcBef>
              <a:spcAft>
                <a:spcPts val="0"/>
              </a:spcAft>
              <a:buSzPts val="1650"/>
              <a:buChar char="•"/>
            </a:pPr>
            <a:r>
              <a:rPr lang="en-US" sz="1500">
                <a:solidFill>
                  <a:srgbClr val="404040"/>
                </a:solidFill>
                <a:latin typeface="Times New Roman"/>
                <a:ea typeface="Times New Roman"/>
                <a:cs typeface="Times New Roman"/>
                <a:sym typeface="Times New Roman"/>
              </a:rPr>
              <a:t>Memory allocation(40GB) was allocated to support training with both.</a:t>
            </a:r>
            <a:endParaRPr/>
          </a:p>
          <a:p>
            <a:pPr marL="285750" lvl="0" indent="-285750" algn="l" rtl="0">
              <a:lnSpc>
                <a:spcPct val="90000"/>
              </a:lnSpc>
              <a:spcBef>
                <a:spcPts val="1000"/>
              </a:spcBef>
              <a:spcAft>
                <a:spcPts val="0"/>
              </a:spcAft>
              <a:buSzPts val="1650"/>
              <a:buFont typeface="Arial"/>
              <a:buChar char="•"/>
            </a:pPr>
            <a:r>
              <a:rPr lang="en-US" sz="1500" b="1" i="0">
                <a:solidFill>
                  <a:srgbClr val="404040"/>
                </a:solidFill>
                <a:latin typeface="Times New Roman"/>
                <a:ea typeface="Times New Roman"/>
                <a:cs typeface="Times New Roman"/>
                <a:sym typeface="Times New Roman"/>
              </a:rPr>
              <a:t>Epochs (7, 12)</a:t>
            </a:r>
            <a:r>
              <a:rPr lang="en-US" sz="1500" b="1">
                <a:solidFill>
                  <a:srgbClr val="404040"/>
                </a:solidFill>
                <a:latin typeface="Times New Roman"/>
                <a:ea typeface="Times New Roman"/>
                <a:cs typeface="Times New Roman"/>
                <a:sym typeface="Times New Roman"/>
              </a:rPr>
              <a:t>:</a:t>
            </a:r>
            <a:endParaRPr sz="1500" b="1" i="0">
              <a:solidFill>
                <a:srgbClr val="404040"/>
              </a:solidFill>
              <a:latin typeface="Times New Roman"/>
              <a:ea typeface="Times New Roman"/>
              <a:cs typeface="Times New Roman"/>
              <a:sym typeface="Times New Roman"/>
            </a:endParaRPr>
          </a:p>
          <a:p>
            <a:pPr marL="971550" lvl="1" indent="-285750" algn="l" rtl="0">
              <a:lnSpc>
                <a:spcPct val="90000"/>
              </a:lnSpc>
              <a:spcBef>
                <a:spcPts val="500"/>
              </a:spcBef>
              <a:spcAft>
                <a:spcPts val="0"/>
              </a:spcAft>
              <a:buSzPts val="1650"/>
              <a:buChar char="•"/>
            </a:pPr>
            <a:r>
              <a:rPr lang="en-US" sz="1500">
                <a:solidFill>
                  <a:srgbClr val="404040"/>
                </a:solidFill>
                <a:latin typeface="Times New Roman"/>
                <a:ea typeface="Times New Roman"/>
                <a:cs typeface="Times New Roman"/>
                <a:sym typeface="Times New Roman"/>
              </a:rPr>
              <a:t>Epochs 7 and 12 were chose to balance training efficiency, computational cost and model generalization. 20 Epochs could be beneficial for further optimization.</a:t>
            </a:r>
            <a:endParaRPr/>
          </a:p>
          <a:p>
            <a:pPr marL="285750" lvl="0" indent="-285750" algn="l" rtl="0">
              <a:lnSpc>
                <a:spcPct val="90000"/>
              </a:lnSpc>
              <a:spcBef>
                <a:spcPts val="1000"/>
              </a:spcBef>
              <a:spcAft>
                <a:spcPts val="0"/>
              </a:spcAft>
              <a:buSzPts val="1650"/>
              <a:buFont typeface="Arial"/>
              <a:buChar char="•"/>
            </a:pPr>
            <a:r>
              <a:rPr lang="en-US" sz="1500" b="1">
                <a:solidFill>
                  <a:srgbClr val="404040"/>
                </a:solidFill>
                <a:latin typeface="Times New Roman"/>
                <a:ea typeface="Times New Roman"/>
                <a:cs typeface="Times New Roman"/>
                <a:sym typeface="Times New Roman"/>
              </a:rPr>
              <a:t>Batch size(16,32):</a:t>
            </a:r>
            <a:endParaRPr/>
          </a:p>
          <a:p>
            <a:pPr marL="971550" lvl="1" indent="-285750" algn="l" rtl="0">
              <a:lnSpc>
                <a:spcPct val="90000"/>
              </a:lnSpc>
              <a:spcBef>
                <a:spcPts val="500"/>
              </a:spcBef>
              <a:spcAft>
                <a:spcPts val="0"/>
              </a:spcAft>
              <a:buSzPts val="1650"/>
              <a:buChar char="•"/>
            </a:pPr>
            <a:r>
              <a:rPr lang="en-US" sz="1500" i="0">
                <a:solidFill>
                  <a:srgbClr val="404040"/>
                </a:solidFill>
                <a:latin typeface="Times New Roman"/>
                <a:ea typeface="Times New Roman"/>
                <a:cs typeface="Times New Roman"/>
                <a:sym typeface="Times New Roman"/>
              </a:rPr>
              <a:t>A batch size of 32 offers more stable training and requires significant computational memory. While Batch size 32 leads to less stable training.</a:t>
            </a:r>
            <a:endParaRPr sz="1500">
              <a:solidFill>
                <a:srgbClr val="404040"/>
              </a:solidFill>
              <a:latin typeface="Times New Roman"/>
              <a:ea typeface="Times New Roman"/>
              <a:cs typeface="Times New Roman"/>
              <a:sym typeface="Times New Roman"/>
            </a:endParaRPr>
          </a:p>
        </p:txBody>
      </p:sp>
      <p:graphicFrame>
        <p:nvGraphicFramePr>
          <p:cNvPr id="216" name="Google Shape;216;p28"/>
          <p:cNvGraphicFramePr/>
          <p:nvPr/>
        </p:nvGraphicFramePr>
        <p:xfrm>
          <a:off x="6359267" y="967390"/>
          <a:ext cx="5350125" cy="1690716"/>
        </p:xfrm>
        <a:graphic>
          <a:graphicData uri="http://schemas.openxmlformats.org/drawingml/2006/table">
            <a:tbl>
              <a:tblPr firstRow="1" firstCol="1" bandRow="1">
                <a:noFill/>
                <a:tableStyleId>{1ECE53F8-A315-4ED4-B18B-2531D1403790}</a:tableStyleId>
              </a:tblPr>
              <a:tblGrid>
                <a:gridCol w="2973775">
                  <a:extLst>
                    <a:ext uri="{9D8B030D-6E8A-4147-A177-3AD203B41FA5}">
                      <a16:colId xmlns:a16="http://schemas.microsoft.com/office/drawing/2014/main" val="20000"/>
                    </a:ext>
                  </a:extLst>
                </a:gridCol>
                <a:gridCol w="2376350">
                  <a:extLst>
                    <a:ext uri="{9D8B030D-6E8A-4147-A177-3AD203B41FA5}">
                      <a16:colId xmlns:a16="http://schemas.microsoft.com/office/drawing/2014/main" val="20001"/>
                    </a:ext>
                  </a:extLst>
                </a:gridCol>
              </a:tblGrid>
              <a:tr h="246825">
                <a:tc>
                  <a:txBody>
                    <a:bodyPr/>
                    <a:lstStyle/>
                    <a:p>
                      <a:pPr marL="0" marR="0" lvl="0" indent="0" algn="l" rtl="0">
                        <a:lnSpc>
                          <a:spcPct val="115000"/>
                        </a:lnSpc>
                        <a:spcBef>
                          <a:spcPts val="0"/>
                        </a:spcBef>
                        <a:spcAft>
                          <a:spcPts val="0"/>
                        </a:spcAft>
                        <a:buClr>
                          <a:schemeClr val="dk1"/>
                        </a:buClr>
                        <a:buSzPts val="1500"/>
                        <a:buFont typeface="Times New Roman"/>
                        <a:buNone/>
                      </a:pPr>
                      <a:r>
                        <a:rPr lang="en-US" sz="1500" b="1">
                          <a:latin typeface="Times New Roman"/>
                          <a:ea typeface="Times New Roman"/>
                          <a:cs typeface="Times New Roman"/>
                          <a:sym typeface="Times New Roman"/>
                        </a:rPr>
                        <a:t>Hyperparameter tuning</a:t>
                      </a:r>
                      <a:endParaRPr sz="1500" b="1">
                        <a:latin typeface="Times New Roman"/>
                        <a:ea typeface="Times New Roman"/>
                        <a:cs typeface="Times New Roman"/>
                        <a:sym typeface="Times New Roman"/>
                      </a:endParaRPr>
                    </a:p>
                  </a:txBody>
                  <a:tcPr marL="68575" marR="68575" marT="0" marB="0"/>
                </a:tc>
                <a:tc>
                  <a:txBody>
                    <a:bodyPr/>
                    <a:lstStyle/>
                    <a:p>
                      <a:pPr marL="0" marR="0" lvl="0" indent="0" algn="l" rtl="0">
                        <a:lnSpc>
                          <a:spcPct val="115000"/>
                        </a:lnSpc>
                        <a:spcBef>
                          <a:spcPts val="0"/>
                        </a:spcBef>
                        <a:spcAft>
                          <a:spcPts val="0"/>
                        </a:spcAft>
                        <a:buClr>
                          <a:schemeClr val="dk1"/>
                        </a:buClr>
                        <a:buSzPts val="1500"/>
                        <a:buFont typeface="Times New Roman"/>
                        <a:buNone/>
                      </a:pPr>
                      <a:r>
                        <a:rPr lang="en-US" sz="1500" b="1">
                          <a:latin typeface="Times New Roman"/>
                          <a:ea typeface="Times New Roman"/>
                          <a:cs typeface="Times New Roman"/>
                          <a:sym typeface="Times New Roman"/>
                        </a:rPr>
                        <a:t>Considered Parameters</a:t>
                      </a:r>
                      <a:endParaRPr sz="1500" b="1">
                        <a:latin typeface="Times New Roman"/>
                        <a:ea typeface="Times New Roman"/>
                        <a:cs typeface="Times New Roman"/>
                        <a:sym typeface="Times New Roman"/>
                      </a:endParaRPr>
                    </a:p>
                  </a:txBody>
                  <a:tcPr marL="68575" marR="68575" marT="0" marB="0"/>
                </a:tc>
                <a:extLst>
                  <a:ext uri="{0D108BD9-81ED-4DB2-BD59-A6C34878D82A}">
                    <a16:rowId xmlns:a16="http://schemas.microsoft.com/office/drawing/2014/main" val="10000"/>
                  </a:ext>
                </a:extLst>
              </a:tr>
              <a:tr h="246825">
                <a:tc>
                  <a:txBody>
                    <a:bodyPr/>
                    <a:lstStyle/>
                    <a:p>
                      <a:pPr marL="0" marR="0" lvl="0" indent="0" algn="l" rtl="0">
                        <a:lnSpc>
                          <a:spcPct val="115000"/>
                        </a:lnSpc>
                        <a:spcBef>
                          <a:spcPts val="0"/>
                        </a:spcBef>
                        <a:spcAft>
                          <a:spcPts val="0"/>
                        </a:spcAft>
                        <a:buClr>
                          <a:schemeClr val="dk1"/>
                        </a:buClr>
                        <a:buSzPts val="1500"/>
                        <a:buFont typeface="Times New Roman"/>
                        <a:buNone/>
                      </a:pPr>
                      <a:r>
                        <a:rPr lang="en-US" sz="1500">
                          <a:latin typeface="Times New Roman"/>
                          <a:ea typeface="Times New Roman"/>
                          <a:cs typeface="Times New Roman"/>
                          <a:sym typeface="Times New Roman"/>
                        </a:rPr>
                        <a:t>Learning Rate (--lr)</a:t>
                      </a:r>
                      <a:endParaRPr sz="1500">
                        <a:latin typeface="Times New Roman"/>
                        <a:ea typeface="Times New Roman"/>
                        <a:cs typeface="Times New Roman"/>
                        <a:sym typeface="Times New Roman"/>
                      </a:endParaRPr>
                    </a:p>
                  </a:txBody>
                  <a:tcPr marL="68575" marR="68575" marT="0" marB="0"/>
                </a:tc>
                <a:tc>
                  <a:txBody>
                    <a:bodyPr/>
                    <a:lstStyle/>
                    <a:p>
                      <a:pPr marL="0" marR="0" lvl="0" indent="0" algn="l" rtl="0">
                        <a:lnSpc>
                          <a:spcPct val="115000"/>
                        </a:lnSpc>
                        <a:spcBef>
                          <a:spcPts val="0"/>
                        </a:spcBef>
                        <a:spcAft>
                          <a:spcPts val="0"/>
                        </a:spcAft>
                        <a:buClr>
                          <a:schemeClr val="dk1"/>
                        </a:buClr>
                        <a:buSzPts val="1500"/>
                        <a:buFont typeface="Times New Roman"/>
                        <a:buNone/>
                      </a:pPr>
                      <a:r>
                        <a:rPr lang="en-US" sz="1500">
                          <a:latin typeface="Times New Roman"/>
                          <a:ea typeface="Times New Roman"/>
                          <a:cs typeface="Times New Roman"/>
                          <a:sym typeface="Times New Roman"/>
                        </a:rPr>
                        <a:t>0.001, 0.01</a:t>
                      </a:r>
                      <a:endParaRPr sz="1500">
                        <a:latin typeface="Times New Roman"/>
                        <a:ea typeface="Times New Roman"/>
                        <a:cs typeface="Times New Roman"/>
                        <a:sym typeface="Times New Roman"/>
                      </a:endParaRPr>
                    </a:p>
                  </a:txBody>
                  <a:tcPr marL="68575" marR="68575" marT="0" marB="0"/>
                </a:tc>
                <a:extLst>
                  <a:ext uri="{0D108BD9-81ED-4DB2-BD59-A6C34878D82A}">
                    <a16:rowId xmlns:a16="http://schemas.microsoft.com/office/drawing/2014/main" val="10001"/>
                  </a:ext>
                </a:extLst>
              </a:tr>
              <a:tr h="466625">
                <a:tc>
                  <a:txBody>
                    <a:bodyPr/>
                    <a:lstStyle/>
                    <a:p>
                      <a:pPr marL="0" marR="0" lvl="0" indent="0" algn="l" rtl="0">
                        <a:lnSpc>
                          <a:spcPct val="115000"/>
                        </a:lnSpc>
                        <a:spcBef>
                          <a:spcPts val="0"/>
                        </a:spcBef>
                        <a:spcAft>
                          <a:spcPts val="0"/>
                        </a:spcAft>
                        <a:buClr>
                          <a:schemeClr val="dk1"/>
                        </a:buClr>
                        <a:buSzPts val="1500"/>
                        <a:buFont typeface="Times New Roman"/>
                        <a:buNone/>
                      </a:pPr>
                      <a:r>
                        <a:rPr lang="en-US" sz="1500">
                          <a:latin typeface="Times New Roman"/>
                          <a:ea typeface="Times New Roman"/>
                          <a:cs typeface="Times New Roman"/>
                          <a:sym typeface="Times New Roman"/>
                        </a:rPr>
                        <a:t>Batch Size (--bs)</a:t>
                      </a:r>
                      <a:endParaRPr sz="1500">
                        <a:latin typeface="Times New Roman"/>
                        <a:ea typeface="Times New Roman"/>
                        <a:cs typeface="Times New Roman"/>
                        <a:sym typeface="Times New Roman"/>
                      </a:endParaRPr>
                    </a:p>
                  </a:txBody>
                  <a:tcPr marL="68575" marR="68575" marT="0" marB="0"/>
                </a:tc>
                <a:tc>
                  <a:txBody>
                    <a:bodyPr/>
                    <a:lstStyle/>
                    <a:p>
                      <a:pPr marL="0" marR="0" lvl="0" indent="0" algn="l" rtl="0">
                        <a:lnSpc>
                          <a:spcPct val="100000"/>
                        </a:lnSpc>
                        <a:spcBef>
                          <a:spcPts val="0"/>
                        </a:spcBef>
                        <a:spcAft>
                          <a:spcPts val="0"/>
                        </a:spcAft>
                        <a:buClr>
                          <a:schemeClr val="dk1"/>
                        </a:buClr>
                        <a:buSzPts val="1500"/>
                        <a:buFont typeface="Times New Roman"/>
                        <a:buNone/>
                      </a:pPr>
                      <a:r>
                        <a:rPr lang="en-US" sz="1500">
                          <a:latin typeface="Times New Roman"/>
                          <a:ea typeface="Times New Roman"/>
                          <a:cs typeface="Times New Roman"/>
                          <a:sym typeface="Times New Roman"/>
                        </a:rPr>
                        <a:t>16, 32</a:t>
                      </a:r>
                      <a:endParaRPr sz="1500">
                        <a:latin typeface="Times New Roman"/>
                        <a:ea typeface="Times New Roman"/>
                        <a:cs typeface="Times New Roman"/>
                        <a:sym typeface="Times New Roman"/>
                      </a:endParaRPr>
                    </a:p>
                    <a:p>
                      <a:pPr marL="0" marR="0" lvl="0" indent="0" algn="l" rtl="0">
                        <a:spcBef>
                          <a:spcPts val="0"/>
                        </a:spcBef>
                        <a:spcAft>
                          <a:spcPts val="0"/>
                        </a:spcAft>
                        <a:buNone/>
                      </a:pPr>
                      <a:endParaRPr sz="1500">
                        <a:latin typeface="Times New Roman"/>
                        <a:ea typeface="Times New Roman"/>
                        <a:cs typeface="Times New Roman"/>
                        <a:sym typeface="Times New Roman"/>
                      </a:endParaRPr>
                    </a:p>
                  </a:txBody>
                  <a:tcPr marL="68575" marR="68575" marT="0" marB="0"/>
                </a:tc>
                <a:extLst>
                  <a:ext uri="{0D108BD9-81ED-4DB2-BD59-A6C34878D82A}">
                    <a16:rowId xmlns:a16="http://schemas.microsoft.com/office/drawing/2014/main" val="10002"/>
                  </a:ext>
                </a:extLst>
              </a:tr>
              <a:tr h="190500">
                <a:tc>
                  <a:txBody>
                    <a:bodyPr/>
                    <a:lstStyle/>
                    <a:p>
                      <a:pPr marL="0" marR="0" lvl="0" indent="0" algn="l" rtl="0">
                        <a:lnSpc>
                          <a:spcPct val="115000"/>
                        </a:lnSpc>
                        <a:spcBef>
                          <a:spcPts val="0"/>
                        </a:spcBef>
                        <a:spcAft>
                          <a:spcPts val="0"/>
                        </a:spcAft>
                        <a:buClr>
                          <a:schemeClr val="dk1"/>
                        </a:buClr>
                        <a:buSzPts val="1500"/>
                        <a:buFont typeface="Times New Roman"/>
                        <a:buNone/>
                      </a:pPr>
                      <a:r>
                        <a:rPr lang="en-US" sz="1500">
                          <a:latin typeface="Times New Roman"/>
                          <a:ea typeface="Times New Roman"/>
                          <a:cs typeface="Times New Roman"/>
                          <a:sym typeface="Times New Roman"/>
                        </a:rPr>
                        <a:t>Epochs (--epochs)</a:t>
                      </a:r>
                      <a:endParaRPr sz="1500">
                        <a:latin typeface="Times New Roman"/>
                        <a:ea typeface="Times New Roman"/>
                        <a:cs typeface="Times New Roman"/>
                        <a:sym typeface="Times New Roman"/>
                      </a:endParaRPr>
                    </a:p>
                  </a:txBody>
                  <a:tcPr marL="68575" marR="68575" marT="0" marB="0"/>
                </a:tc>
                <a:tc>
                  <a:txBody>
                    <a:bodyPr/>
                    <a:lstStyle/>
                    <a:p>
                      <a:pPr marL="0" marR="0" lvl="0" indent="0" algn="l" rtl="0">
                        <a:lnSpc>
                          <a:spcPct val="115000"/>
                        </a:lnSpc>
                        <a:spcBef>
                          <a:spcPts val="0"/>
                        </a:spcBef>
                        <a:spcAft>
                          <a:spcPts val="0"/>
                        </a:spcAft>
                        <a:buClr>
                          <a:schemeClr val="dk1"/>
                        </a:buClr>
                        <a:buSzPts val="1500"/>
                        <a:buFont typeface="Times New Roman"/>
                        <a:buNone/>
                      </a:pPr>
                      <a:r>
                        <a:rPr lang="en-US" sz="1500">
                          <a:latin typeface="Times New Roman"/>
                          <a:ea typeface="Times New Roman"/>
                          <a:cs typeface="Times New Roman"/>
                          <a:sym typeface="Times New Roman"/>
                        </a:rPr>
                        <a:t>7, 12</a:t>
                      </a:r>
                      <a:endParaRPr sz="1500">
                        <a:latin typeface="Times New Roman"/>
                        <a:ea typeface="Times New Roman"/>
                        <a:cs typeface="Times New Roman"/>
                        <a:sym typeface="Times New Roman"/>
                      </a:endParaRPr>
                    </a:p>
                  </a:txBody>
                  <a:tcPr marL="68575" marR="68575" marT="0" marB="0"/>
                </a:tc>
                <a:extLst>
                  <a:ext uri="{0D108BD9-81ED-4DB2-BD59-A6C34878D82A}">
                    <a16:rowId xmlns:a16="http://schemas.microsoft.com/office/drawing/2014/main" val="10003"/>
                  </a:ext>
                </a:extLst>
              </a:tr>
              <a:tr h="186175">
                <a:tc>
                  <a:txBody>
                    <a:bodyPr/>
                    <a:lstStyle/>
                    <a:p>
                      <a:pPr marL="0" marR="0" lvl="0" indent="0" algn="l" rtl="0">
                        <a:lnSpc>
                          <a:spcPct val="115000"/>
                        </a:lnSpc>
                        <a:spcBef>
                          <a:spcPts val="0"/>
                        </a:spcBef>
                        <a:spcAft>
                          <a:spcPts val="0"/>
                        </a:spcAft>
                        <a:buClr>
                          <a:schemeClr val="dk1"/>
                        </a:buClr>
                        <a:buSzPts val="1500"/>
                        <a:buFont typeface="Times New Roman"/>
                        <a:buNone/>
                      </a:pPr>
                      <a:r>
                        <a:rPr lang="en-US" sz="1500">
                          <a:latin typeface="Times New Roman"/>
                          <a:ea typeface="Times New Roman"/>
                          <a:cs typeface="Times New Roman"/>
                          <a:sym typeface="Times New Roman"/>
                        </a:rPr>
                        <a:t>Optimizer (--optim)</a:t>
                      </a:r>
                      <a:endParaRPr sz="1500">
                        <a:latin typeface="Times New Roman"/>
                        <a:ea typeface="Times New Roman"/>
                        <a:cs typeface="Times New Roman"/>
                        <a:sym typeface="Times New Roman"/>
                      </a:endParaRPr>
                    </a:p>
                  </a:txBody>
                  <a:tcPr marL="68575" marR="68575" marT="0" marB="0"/>
                </a:tc>
                <a:tc>
                  <a:txBody>
                    <a:bodyPr/>
                    <a:lstStyle/>
                    <a:p>
                      <a:pPr marL="0" marR="0" lvl="0" indent="0" algn="l" rtl="0">
                        <a:lnSpc>
                          <a:spcPct val="115000"/>
                        </a:lnSpc>
                        <a:spcBef>
                          <a:spcPts val="0"/>
                        </a:spcBef>
                        <a:spcAft>
                          <a:spcPts val="0"/>
                        </a:spcAft>
                        <a:buClr>
                          <a:schemeClr val="dk1"/>
                        </a:buClr>
                        <a:buSzPts val="1500"/>
                        <a:buFont typeface="Times New Roman"/>
                        <a:buNone/>
                      </a:pPr>
                      <a:r>
                        <a:rPr lang="en-US" sz="1500">
                          <a:latin typeface="Times New Roman"/>
                          <a:ea typeface="Times New Roman"/>
                          <a:cs typeface="Times New Roman"/>
                          <a:sym typeface="Times New Roman"/>
                        </a:rPr>
                        <a:t>SGD, Adam</a:t>
                      </a:r>
                      <a:endParaRPr sz="1500">
                        <a:latin typeface="Times New Roman"/>
                        <a:ea typeface="Times New Roman"/>
                        <a:cs typeface="Times New Roman"/>
                        <a:sym typeface="Times New Roman"/>
                      </a:endParaRPr>
                    </a:p>
                  </a:txBody>
                  <a:tcPr marL="68575" marR="68575" marT="0" marB="0"/>
                </a:tc>
                <a:extLst>
                  <a:ext uri="{0D108BD9-81ED-4DB2-BD59-A6C34878D82A}">
                    <a16:rowId xmlns:a16="http://schemas.microsoft.com/office/drawing/2014/main" val="10004"/>
                  </a:ext>
                </a:extLst>
              </a:tr>
              <a:tr h="246825">
                <a:tc>
                  <a:txBody>
                    <a:bodyPr/>
                    <a:lstStyle/>
                    <a:p>
                      <a:pPr marL="0" marR="0" lvl="0" indent="0" algn="l" rtl="0">
                        <a:lnSpc>
                          <a:spcPct val="115000"/>
                        </a:lnSpc>
                        <a:spcBef>
                          <a:spcPts val="0"/>
                        </a:spcBef>
                        <a:spcAft>
                          <a:spcPts val="0"/>
                        </a:spcAft>
                        <a:buClr>
                          <a:schemeClr val="dk1"/>
                        </a:buClr>
                        <a:buSzPts val="1500"/>
                        <a:buFont typeface="Times New Roman"/>
                        <a:buNone/>
                      </a:pPr>
                      <a:r>
                        <a:rPr lang="en-US" sz="1500">
                          <a:latin typeface="Times New Roman"/>
                          <a:ea typeface="Times New Roman"/>
                          <a:cs typeface="Times New Roman"/>
                          <a:sym typeface="Times New Roman"/>
                        </a:rPr>
                        <a:t>Number of k-folds (--k-folds)</a:t>
                      </a:r>
                      <a:endParaRPr sz="1500">
                        <a:latin typeface="Times New Roman"/>
                        <a:ea typeface="Times New Roman"/>
                        <a:cs typeface="Times New Roman"/>
                        <a:sym typeface="Times New Roman"/>
                      </a:endParaRPr>
                    </a:p>
                  </a:txBody>
                  <a:tcPr marL="68575" marR="68575" marT="0" marB="0"/>
                </a:tc>
                <a:tc>
                  <a:txBody>
                    <a:bodyPr/>
                    <a:lstStyle/>
                    <a:p>
                      <a:pPr marL="0" marR="0" lvl="0" indent="0" algn="l" rtl="0">
                        <a:lnSpc>
                          <a:spcPct val="115000"/>
                        </a:lnSpc>
                        <a:spcBef>
                          <a:spcPts val="0"/>
                        </a:spcBef>
                        <a:spcAft>
                          <a:spcPts val="0"/>
                        </a:spcAft>
                        <a:buClr>
                          <a:schemeClr val="dk1"/>
                        </a:buClr>
                        <a:buSzPts val="1500"/>
                        <a:buFont typeface="Times New Roman"/>
                        <a:buNone/>
                      </a:pPr>
                      <a:r>
                        <a:rPr lang="en-US" sz="1500">
                          <a:latin typeface="Times New Roman"/>
                          <a:ea typeface="Times New Roman"/>
                          <a:cs typeface="Times New Roman"/>
                          <a:sym typeface="Times New Roman"/>
                        </a:rPr>
                        <a:t>2</a:t>
                      </a:r>
                      <a:endParaRPr sz="1500">
                        <a:latin typeface="Times New Roman"/>
                        <a:ea typeface="Times New Roman"/>
                        <a:cs typeface="Times New Roman"/>
                        <a:sym typeface="Times New Roman"/>
                      </a:endParaRPr>
                    </a:p>
                  </a:txBody>
                  <a:tcPr marL="68575" marR="68575" marT="0" marB="0"/>
                </a:tc>
                <a:extLst>
                  <a:ext uri="{0D108BD9-81ED-4DB2-BD59-A6C34878D82A}">
                    <a16:rowId xmlns:a16="http://schemas.microsoft.com/office/drawing/2014/main" val="10005"/>
                  </a:ext>
                </a:extLst>
              </a:tr>
            </a:tbl>
          </a:graphicData>
        </a:graphic>
      </p:graphicFrame>
      <p:sp>
        <p:nvSpPr>
          <p:cNvPr id="217" name="Google Shape;217;p28"/>
          <p:cNvSpPr txBox="1"/>
          <p:nvPr/>
        </p:nvSpPr>
        <p:spPr>
          <a:xfrm>
            <a:off x="6468132" y="5782888"/>
            <a:ext cx="5181601" cy="215444"/>
          </a:xfrm>
          <a:prstGeom prst="rect">
            <a:avLst/>
          </a:prstGeom>
          <a:noFill/>
          <a:ln>
            <a:noFill/>
          </a:ln>
        </p:spPr>
        <p:txBody>
          <a:bodyPr spcFirstLastPara="1" wrap="square" lIns="91425" tIns="45700" rIns="91425" bIns="45700" anchor="t" anchorCtr="0">
            <a:spAutoFit/>
          </a:bodyPr>
          <a:lstStyle/>
          <a:p>
            <a:pPr marL="457200" marR="0" lvl="0" indent="457200" algn="l" rtl="0">
              <a:spcBef>
                <a:spcPts val="0"/>
              </a:spcBef>
              <a:spcAft>
                <a:spcPts val="0"/>
              </a:spcAft>
              <a:buClr>
                <a:srgbClr val="0E2841"/>
              </a:buClr>
              <a:buSzPts val="800"/>
              <a:buFont typeface="Times New Roman"/>
              <a:buNone/>
            </a:pPr>
            <a:r>
              <a:rPr lang="en-US" sz="800" i="1">
                <a:solidFill>
                  <a:srgbClr val="0E2841"/>
                </a:solidFill>
                <a:latin typeface="Times New Roman"/>
                <a:ea typeface="Times New Roman"/>
                <a:cs typeface="Times New Roman"/>
                <a:sym typeface="Times New Roman"/>
              </a:rPr>
              <a:t>Table: Resources and allocated in HPC cluster using PBS job scheduler</a:t>
            </a:r>
            <a:endParaRPr sz="800" i="1">
              <a:solidFill>
                <a:srgbClr val="0E2841"/>
              </a:solidFill>
              <a:latin typeface="Times New Roman"/>
              <a:ea typeface="Times New Roman"/>
              <a:cs typeface="Times New Roman"/>
              <a:sym typeface="Times New Roman"/>
            </a:endParaRPr>
          </a:p>
        </p:txBody>
      </p:sp>
      <p:graphicFrame>
        <p:nvGraphicFramePr>
          <p:cNvPr id="218" name="Google Shape;218;p28"/>
          <p:cNvGraphicFramePr/>
          <p:nvPr/>
        </p:nvGraphicFramePr>
        <p:xfrm>
          <a:off x="6389914" y="2888304"/>
          <a:ext cx="5319475" cy="2857075"/>
        </p:xfrm>
        <a:graphic>
          <a:graphicData uri="http://schemas.openxmlformats.org/drawingml/2006/table">
            <a:tbl>
              <a:tblPr>
                <a:noFill/>
                <a:tableStyleId>{1ECE53F8-A315-4ED4-B18B-2531D1403790}</a:tableStyleId>
              </a:tblPr>
              <a:tblGrid>
                <a:gridCol w="2362575">
                  <a:extLst>
                    <a:ext uri="{9D8B030D-6E8A-4147-A177-3AD203B41FA5}">
                      <a16:colId xmlns:a16="http://schemas.microsoft.com/office/drawing/2014/main" val="20000"/>
                    </a:ext>
                  </a:extLst>
                </a:gridCol>
                <a:gridCol w="2956900">
                  <a:extLst>
                    <a:ext uri="{9D8B030D-6E8A-4147-A177-3AD203B41FA5}">
                      <a16:colId xmlns:a16="http://schemas.microsoft.com/office/drawing/2014/main" val="20001"/>
                    </a:ext>
                  </a:extLst>
                </a:gridCol>
              </a:tblGrid>
              <a:tr h="269975">
                <a:tc>
                  <a:txBody>
                    <a:bodyPr/>
                    <a:lstStyle/>
                    <a:p>
                      <a:pPr marL="0" marR="0" lvl="0" indent="0" algn="l" rtl="0">
                        <a:spcBef>
                          <a:spcPts val="0"/>
                        </a:spcBef>
                        <a:spcAft>
                          <a:spcPts val="0"/>
                        </a:spcAft>
                        <a:buNone/>
                      </a:pPr>
                      <a:r>
                        <a:rPr lang="en-US" sz="1500" b="1">
                          <a:latin typeface="Times New Roman"/>
                          <a:ea typeface="Times New Roman"/>
                          <a:cs typeface="Times New Roman"/>
                          <a:sym typeface="Times New Roman"/>
                        </a:rPr>
                        <a:t>Resource</a:t>
                      </a:r>
                      <a:endParaRPr/>
                    </a:p>
                  </a:txBody>
                  <a:tcPr marL="50550" marR="50550" marT="25275" marB="25275" anchor="ctr"/>
                </a:tc>
                <a:tc>
                  <a:txBody>
                    <a:bodyPr/>
                    <a:lstStyle/>
                    <a:p>
                      <a:pPr marL="0" marR="0" lvl="0" indent="0" algn="l" rtl="0">
                        <a:spcBef>
                          <a:spcPts val="0"/>
                        </a:spcBef>
                        <a:spcAft>
                          <a:spcPts val="0"/>
                        </a:spcAft>
                        <a:buNone/>
                      </a:pPr>
                      <a:r>
                        <a:rPr lang="en-US" sz="1500" b="1">
                          <a:latin typeface="Times New Roman"/>
                          <a:ea typeface="Times New Roman"/>
                          <a:cs typeface="Times New Roman"/>
                          <a:sym typeface="Times New Roman"/>
                        </a:rPr>
                        <a:t>Value</a:t>
                      </a:r>
                      <a:endParaRPr/>
                    </a:p>
                  </a:txBody>
                  <a:tcPr marL="50550" marR="50550" marT="25275" marB="25275" anchor="ctr"/>
                </a:tc>
                <a:extLst>
                  <a:ext uri="{0D108BD9-81ED-4DB2-BD59-A6C34878D82A}">
                    <a16:rowId xmlns:a16="http://schemas.microsoft.com/office/drawing/2014/main" val="10000"/>
                  </a:ext>
                </a:extLst>
              </a:tr>
              <a:tr h="269975">
                <a:tc>
                  <a:txBody>
                    <a:bodyPr/>
                    <a:lstStyle/>
                    <a:p>
                      <a:pPr marL="0" marR="0" lvl="0" indent="0" algn="l" rtl="0">
                        <a:spcBef>
                          <a:spcPts val="0"/>
                        </a:spcBef>
                        <a:spcAft>
                          <a:spcPts val="0"/>
                        </a:spcAft>
                        <a:buNone/>
                      </a:pPr>
                      <a:r>
                        <a:rPr lang="en-US" sz="1500" b="1">
                          <a:latin typeface="Times New Roman"/>
                          <a:ea typeface="Times New Roman"/>
                          <a:cs typeface="Times New Roman"/>
                          <a:sym typeface="Times New Roman"/>
                        </a:rPr>
                        <a:t>Job ID</a:t>
                      </a:r>
                      <a:endParaRPr sz="1500">
                        <a:latin typeface="Times New Roman"/>
                        <a:ea typeface="Times New Roman"/>
                        <a:cs typeface="Times New Roman"/>
                        <a:sym typeface="Times New Roman"/>
                      </a:endParaRPr>
                    </a:p>
                  </a:txBody>
                  <a:tcPr marL="50550" marR="50550" marT="25275" marB="25275" anchor="ctr"/>
                </a:tc>
                <a:tc>
                  <a:txBody>
                    <a:bodyPr/>
                    <a:lstStyle/>
                    <a:p>
                      <a:pPr marL="0" marR="0" lvl="0" indent="0" algn="l" rtl="0">
                        <a:spcBef>
                          <a:spcPts val="0"/>
                        </a:spcBef>
                        <a:spcAft>
                          <a:spcPts val="0"/>
                        </a:spcAft>
                        <a:buNone/>
                      </a:pPr>
                      <a:r>
                        <a:rPr lang="en-US" sz="1500">
                          <a:latin typeface="Times New Roman"/>
                          <a:ea typeface="Times New Roman"/>
                          <a:cs typeface="Times New Roman"/>
                          <a:sym typeface="Times New Roman"/>
                        </a:rPr>
                        <a:t>963992.mmaster02</a:t>
                      </a:r>
                      <a:endParaRPr/>
                    </a:p>
                  </a:txBody>
                  <a:tcPr marL="50550" marR="50550" marT="25275" marB="25275" anchor="ctr"/>
                </a:tc>
                <a:extLst>
                  <a:ext uri="{0D108BD9-81ED-4DB2-BD59-A6C34878D82A}">
                    <a16:rowId xmlns:a16="http://schemas.microsoft.com/office/drawing/2014/main" val="10001"/>
                  </a:ext>
                </a:extLst>
              </a:tr>
              <a:tr h="269975">
                <a:tc>
                  <a:txBody>
                    <a:bodyPr/>
                    <a:lstStyle/>
                    <a:p>
                      <a:pPr marL="0" marR="0" lvl="0" indent="0" algn="l" rtl="0">
                        <a:spcBef>
                          <a:spcPts val="0"/>
                        </a:spcBef>
                        <a:spcAft>
                          <a:spcPts val="0"/>
                        </a:spcAft>
                        <a:buNone/>
                      </a:pPr>
                      <a:r>
                        <a:rPr lang="en-US" sz="1500" b="1">
                          <a:latin typeface="Times New Roman"/>
                          <a:ea typeface="Times New Roman"/>
                          <a:cs typeface="Times New Roman"/>
                          <a:sym typeface="Times New Roman"/>
                        </a:rPr>
                        <a:t>Job Name</a:t>
                      </a:r>
                      <a:endParaRPr sz="1500">
                        <a:latin typeface="Times New Roman"/>
                        <a:ea typeface="Times New Roman"/>
                        <a:cs typeface="Times New Roman"/>
                        <a:sym typeface="Times New Roman"/>
                      </a:endParaRPr>
                    </a:p>
                  </a:txBody>
                  <a:tcPr marL="50550" marR="50550" marT="25275" marB="25275" anchor="ctr"/>
                </a:tc>
                <a:tc>
                  <a:txBody>
                    <a:bodyPr/>
                    <a:lstStyle/>
                    <a:p>
                      <a:pPr marL="0" marR="0" lvl="0" indent="0" algn="l" rtl="0">
                        <a:spcBef>
                          <a:spcPts val="0"/>
                        </a:spcBef>
                        <a:spcAft>
                          <a:spcPts val="0"/>
                        </a:spcAft>
                        <a:buNone/>
                      </a:pPr>
                      <a:r>
                        <a:rPr lang="en-US" sz="1500">
                          <a:latin typeface="Times New Roman"/>
                          <a:ea typeface="Times New Roman"/>
                          <a:cs typeface="Times New Roman"/>
                          <a:sym typeface="Times New Roman"/>
                        </a:rPr>
                        <a:t>Hyperparameter_tuning</a:t>
                      </a:r>
                      <a:endParaRPr/>
                    </a:p>
                  </a:txBody>
                  <a:tcPr marL="50550" marR="50550" marT="25275" marB="25275" anchor="ctr"/>
                </a:tc>
                <a:extLst>
                  <a:ext uri="{0D108BD9-81ED-4DB2-BD59-A6C34878D82A}">
                    <a16:rowId xmlns:a16="http://schemas.microsoft.com/office/drawing/2014/main" val="10002"/>
                  </a:ext>
                </a:extLst>
              </a:tr>
              <a:tr h="344725">
                <a:tc>
                  <a:txBody>
                    <a:bodyPr/>
                    <a:lstStyle/>
                    <a:p>
                      <a:pPr marL="0" marR="0" lvl="0" indent="0" algn="l" rtl="0">
                        <a:spcBef>
                          <a:spcPts val="0"/>
                        </a:spcBef>
                        <a:spcAft>
                          <a:spcPts val="0"/>
                        </a:spcAft>
                        <a:buNone/>
                      </a:pPr>
                      <a:r>
                        <a:rPr lang="en-US" sz="1500" b="1">
                          <a:latin typeface="Times New Roman"/>
                          <a:ea typeface="Times New Roman"/>
                          <a:cs typeface="Times New Roman"/>
                          <a:sym typeface="Times New Roman"/>
                        </a:rPr>
                        <a:t>Queue</a:t>
                      </a:r>
                      <a:endParaRPr sz="1500">
                        <a:latin typeface="Times New Roman"/>
                        <a:ea typeface="Times New Roman"/>
                        <a:cs typeface="Times New Roman"/>
                        <a:sym typeface="Times New Roman"/>
                      </a:endParaRPr>
                    </a:p>
                  </a:txBody>
                  <a:tcPr marL="50550" marR="50550" marT="25275" marB="25275" anchor="ctr"/>
                </a:tc>
                <a:tc>
                  <a:txBody>
                    <a:bodyPr/>
                    <a:lstStyle/>
                    <a:p>
                      <a:pPr marL="0" marR="0" lvl="0" indent="0" algn="l" rtl="0">
                        <a:spcBef>
                          <a:spcPts val="0"/>
                        </a:spcBef>
                        <a:spcAft>
                          <a:spcPts val="0"/>
                        </a:spcAft>
                        <a:buNone/>
                      </a:pPr>
                      <a:r>
                        <a:rPr lang="en-US" sz="1500">
                          <a:latin typeface="Times New Roman"/>
                          <a:ea typeface="Times New Roman"/>
                          <a:cs typeface="Times New Roman"/>
                          <a:sym typeface="Times New Roman"/>
                        </a:rPr>
                        <a:t>teachingq</a:t>
                      </a:r>
                      <a:endParaRPr sz="1500">
                        <a:latin typeface="Times New Roman"/>
                        <a:ea typeface="Times New Roman"/>
                        <a:cs typeface="Times New Roman"/>
                        <a:sym typeface="Times New Roman"/>
                      </a:endParaRPr>
                    </a:p>
                  </a:txBody>
                  <a:tcPr marL="50550" marR="50550" marT="25275" marB="25275" anchor="ctr"/>
                </a:tc>
                <a:extLst>
                  <a:ext uri="{0D108BD9-81ED-4DB2-BD59-A6C34878D82A}">
                    <a16:rowId xmlns:a16="http://schemas.microsoft.com/office/drawing/2014/main" val="10003"/>
                  </a:ext>
                </a:extLst>
              </a:tr>
              <a:tr h="269975">
                <a:tc>
                  <a:txBody>
                    <a:bodyPr/>
                    <a:lstStyle/>
                    <a:p>
                      <a:pPr marL="0" marR="0" lvl="0" indent="0" algn="l" rtl="0">
                        <a:spcBef>
                          <a:spcPts val="0"/>
                        </a:spcBef>
                        <a:spcAft>
                          <a:spcPts val="0"/>
                        </a:spcAft>
                        <a:buNone/>
                      </a:pPr>
                      <a:r>
                        <a:rPr lang="en-US" sz="1500" b="1">
                          <a:latin typeface="Times New Roman"/>
                          <a:ea typeface="Times New Roman"/>
                          <a:cs typeface="Times New Roman"/>
                          <a:sym typeface="Times New Roman"/>
                        </a:rPr>
                        <a:t>Node Count</a:t>
                      </a:r>
                      <a:endParaRPr sz="1500">
                        <a:latin typeface="Times New Roman"/>
                        <a:ea typeface="Times New Roman"/>
                        <a:cs typeface="Times New Roman"/>
                        <a:sym typeface="Times New Roman"/>
                      </a:endParaRPr>
                    </a:p>
                  </a:txBody>
                  <a:tcPr marL="50550" marR="50550" marT="25275" marB="25275" anchor="ctr"/>
                </a:tc>
                <a:tc>
                  <a:txBody>
                    <a:bodyPr/>
                    <a:lstStyle/>
                    <a:p>
                      <a:pPr marL="0" marR="0" lvl="0" indent="0" algn="l" rtl="0">
                        <a:lnSpc>
                          <a:spcPct val="100000"/>
                        </a:lnSpc>
                        <a:spcBef>
                          <a:spcPts val="0"/>
                        </a:spcBef>
                        <a:spcAft>
                          <a:spcPts val="0"/>
                        </a:spcAft>
                        <a:buClr>
                          <a:schemeClr val="dk1"/>
                        </a:buClr>
                        <a:buSzPts val="1500"/>
                        <a:buFont typeface="Times New Roman"/>
                        <a:buNone/>
                      </a:pPr>
                      <a:r>
                        <a:rPr lang="en-US" sz="1500">
                          <a:latin typeface="Times New Roman"/>
                          <a:ea typeface="Times New Roman"/>
                          <a:cs typeface="Times New Roman"/>
                          <a:sym typeface="Times New Roman"/>
                        </a:rPr>
                        <a:t>1(mfatnode004)</a:t>
                      </a:r>
                      <a:endParaRPr/>
                    </a:p>
                  </a:txBody>
                  <a:tcPr marL="50550" marR="50550" marT="25275" marB="25275" anchor="ctr"/>
                </a:tc>
                <a:extLst>
                  <a:ext uri="{0D108BD9-81ED-4DB2-BD59-A6C34878D82A}">
                    <a16:rowId xmlns:a16="http://schemas.microsoft.com/office/drawing/2014/main" val="10004"/>
                  </a:ext>
                </a:extLst>
              </a:tr>
              <a:tr h="269975">
                <a:tc>
                  <a:txBody>
                    <a:bodyPr/>
                    <a:lstStyle/>
                    <a:p>
                      <a:pPr marL="0" marR="0" lvl="0" indent="0" algn="l" rtl="0">
                        <a:spcBef>
                          <a:spcPts val="0"/>
                        </a:spcBef>
                        <a:spcAft>
                          <a:spcPts val="0"/>
                        </a:spcAft>
                        <a:buNone/>
                      </a:pPr>
                      <a:r>
                        <a:rPr lang="en-US" sz="1500" b="1">
                          <a:latin typeface="Times New Roman"/>
                          <a:ea typeface="Times New Roman"/>
                          <a:cs typeface="Times New Roman"/>
                          <a:sym typeface="Times New Roman"/>
                        </a:rPr>
                        <a:t>CPU Cores (ncpus)</a:t>
                      </a:r>
                      <a:endParaRPr sz="1500">
                        <a:latin typeface="Times New Roman"/>
                        <a:ea typeface="Times New Roman"/>
                        <a:cs typeface="Times New Roman"/>
                        <a:sym typeface="Times New Roman"/>
                      </a:endParaRPr>
                    </a:p>
                  </a:txBody>
                  <a:tcPr marL="50550" marR="50550" marT="25275" marB="25275" anchor="ctr"/>
                </a:tc>
                <a:tc>
                  <a:txBody>
                    <a:bodyPr/>
                    <a:lstStyle/>
                    <a:p>
                      <a:pPr marL="0" marR="0" lvl="0" indent="0" algn="l" rtl="0">
                        <a:spcBef>
                          <a:spcPts val="0"/>
                        </a:spcBef>
                        <a:spcAft>
                          <a:spcPts val="0"/>
                        </a:spcAft>
                        <a:buNone/>
                      </a:pPr>
                      <a:r>
                        <a:rPr lang="en-US" sz="1500">
                          <a:latin typeface="Times New Roman"/>
                          <a:ea typeface="Times New Roman"/>
                          <a:cs typeface="Times New Roman"/>
                          <a:sym typeface="Times New Roman"/>
                        </a:rPr>
                        <a:t>1</a:t>
                      </a:r>
                      <a:endParaRPr/>
                    </a:p>
                  </a:txBody>
                  <a:tcPr marL="50550" marR="50550" marT="25275" marB="25275" anchor="ctr"/>
                </a:tc>
                <a:extLst>
                  <a:ext uri="{0D108BD9-81ED-4DB2-BD59-A6C34878D82A}">
                    <a16:rowId xmlns:a16="http://schemas.microsoft.com/office/drawing/2014/main" val="10005"/>
                  </a:ext>
                </a:extLst>
              </a:tr>
              <a:tr h="269975">
                <a:tc>
                  <a:txBody>
                    <a:bodyPr/>
                    <a:lstStyle/>
                    <a:p>
                      <a:pPr marL="0" marR="0" lvl="0" indent="0" algn="l" rtl="0">
                        <a:spcBef>
                          <a:spcPts val="0"/>
                        </a:spcBef>
                        <a:spcAft>
                          <a:spcPts val="0"/>
                        </a:spcAft>
                        <a:buNone/>
                      </a:pPr>
                      <a:r>
                        <a:rPr lang="en-US" sz="1500" b="1">
                          <a:latin typeface="Times New Roman"/>
                          <a:ea typeface="Times New Roman"/>
                          <a:cs typeface="Times New Roman"/>
                          <a:sym typeface="Times New Roman"/>
                        </a:rPr>
                        <a:t>Memory Requested</a:t>
                      </a:r>
                      <a:endParaRPr sz="1500">
                        <a:latin typeface="Times New Roman"/>
                        <a:ea typeface="Times New Roman"/>
                        <a:cs typeface="Times New Roman"/>
                        <a:sym typeface="Times New Roman"/>
                      </a:endParaRPr>
                    </a:p>
                  </a:txBody>
                  <a:tcPr marL="50550" marR="50550" marT="25275" marB="25275" anchor="ctr"/>
                </a:tc>
                <a:tc>
                  <a:txBody>
                    <a:bodyPr/>
                    <a:lstStyle/>
                    <a:p>
                      <a:pPr marL="0" marR="0" lvl="0" indent="0" algn="l" rtl="0">
                        <a:spcBef>
                          <a:spcPts val="0"/>
                        </a:spcBef>
                        <a:spcAft>
                          <a:spcPts val="0"/>
                        </a:spcAft>
                        <a:buNone/>
                      </a:pPr>
                      <a:r>
                        <a:rPr lang="en-US" sz="1500">
                          <a:latin typeface="Times New Roman"/>
                          <a:ea typeface="Times New Roman"/>
                          <a:cs typeface="Times New Roman"/>
                          <a:sym typeface="Times New Roman"/>
                        </a:rPr>
                        <a:t>40 GB</a:t>
                      </a:r>
                      <a:endParaRPr/>
                    </a:p>
                  </a:txBody>
                  <a:tcPr marL="50550" marR="50550" marT="25275" marB="25275" anchor="ctr"/>
                </a:tc>
                <a:extLst>
                  <a:ext uri="{0D108BD9-81ED-4DB2-BD59-A6C34878D82A}">
                    <a16:rowId xmlns:a16="http://schemas.microsoft.com/office/drawing/2014/main" val="10006"/>
                  </a:ext>
                </a:extLst>
              </a:tr>
              <a:tr h="269975">
                <a:tc>
                  <a:txBody>
                    <a:bodyPr/>
                    <a:lstStyle/>
                    <a:p>
                      <a:pPr marL="0" marR="0" lvl="0" indent="0" algn="l" rtl="0">
                        <a:spcBef>
                          <a:spcPts val="0"/>
                        </a:spcBef>
                        <a:spcAft>
                          <a:spcPts val="0"/>
                        </a:spcAft>
                        <a:buNone/>
                      </a:pPr>
                      <a:r>
                        <a:rPr lang="en-US" sz="1500" b="1">
                          <a:latin typeface="Times New Roman"/>
                          <a:ea typeface="Times New Roman"/>
                          <a:cs typeface="Times New Roman"/>
                          <a:sym typeface="Times New Roman"/>
                        </a:rPr>
                        <a:t>Virtual Memory Used</a:t>
                      </a:r>
                      <a:endParaRPr sz="1500">
                        <a:latin typeface="Times New Roman"/>
                        <a:ea typeface="Times New Roman"/>
                        <a:cs typeface="Times New Roman"/>
                        <a:sym typeface="Times New Roman"/>
                      </a:endParaRPr>
                    </a:p>
                  </a:txBody>
                  <a:tcPr marL="50550" marR="50550" marT="25275" marB="25275" anchor="ctr"/>
                </a:tc>
                <a:tc>
                  <a:txBody>
                    <a:bodyPr/>
                    <a:lstStyle/>
                    <a:p>
                      <a:pPr marL="0" marR="0" lvl="0" indent="0" algn="l" rtl="0">
                        <a:spcBef>
                          <a:spcPts val="0"/>
                        </a:spcBef>
                        <a:spcAft>
                          <a:spcPts val="0"/>
                        </a:spcAft>
                        <a:buNone/>
                      </a:pPr>
                      <a:r>
                        <a:rPr lang="en-US" sz="1500">
                          <a:latin typeface="Times New Roman"/>
                          <a:ea typeface="Times New Roman"/>
                          <a:cs typeface="Times New Roman"/>
                          <a:sym typeface="Times New Roman"/>
                        </a:rPr>
                        <a:t>~35GB (3586004 KB)</a:t>
                      </a:r>
                      <a:endParaRPr/>
                    </a:p>
                  </a:txBody>
                  <a:tcPr marL="50550" marR="50550" marT="25275" marB="25275" anchor="ctr"/>
                </a:tc>
                <a:extLst>
                  <a:ext uri="{0D108BD9-81ED-4DB2-BD59-A6C34878D82A}">
                    <a16:rowId xmlns:a16="http://schemas.microsoft.com/office/drawing/2014/main" val="10007"/>
                  </a:ext>
                </a:extLst>
              </a:tr>
              <a:tr h="269975">
                <a:tc>
                  <a:txBody>
                    <a:bodyPr/>
                    <a:lstStyle/>
                    <a:p>
                      <a:pPr marL="0" marR="0" lvl="0" indent="0" algn="l" rtl="0">
                        <a:spcBef>
                          <a:spcPts val="0"/>
                        </a:spcBef>
                        <a:spcAft>
                          <a:spcPts val="0"/>
                        </a:spcAft>
                        <a:buNone/>
                      </a:pPr>
                      <a:r>
                        <a:rPr lang="en-US" sz="1500" b="1">
                          <a:latin typeface="Times New Roman"/>
                          <a:ea typeface="Times New Roman"/>
                          <a:cs typeface="Times New Roman"/>
                          <a:sym typeface="Times New Roman"/>
                        </a:rPr>
                        <a:t>Walltime Requested</a:t>
                      </a:r>
                      <a:endParaRPr sz="1500">
                        <a:latin typeface="Times New Roman"/>
                        <a:ea typeface="Times New Roman"/>
                        <a:cs typeface="Times New Roman"/>
                        <a:sym typeface="Times New Roman"/>
                      </a:endParaRPr>
                    </a:p>
                  </a:txBody>
                  <a:tcPr marL="50550" marR="50550" marT="25275" marB="25275" anchor="ctr"/>
                </a:tc>
                <a:tc>
                  <a:txBody>
                    <a:bodyPr/>
                    <a:lstStyle/>
                    <a:p>
                      <a:pPr marL="0" marR="0" lvl="0" indent="0" algn="l" rtl="0">
                        <a:spcBef>
                          <a:spcPts val="0"/>
                        </a:spcBef>
                        <a:spcAft>
                          <a:spcPts val="0"/>
                        </a:spcAft>
                        <a:buNone/>
                      </a:pPr>
                      <a:r>
                        <a:rPr lang="en-US" sz="1500">
                          <a:latin typeface="Times New Roman"/>
                          <a:ea typeface="Times New Roman"/>
                          <a:cs typeface="Times New Roman"/>
                          <a:sym typeface="Times New Roman"/>
                        </a:rPr>
                        <a:t>35:00:00 (35 hours)</a:t>
                      </a:r>
                      <a:endParaRPr/>
                    </a:p>
                  </a:txBody>
                  <a:tcPr marL="50550" marR="50550" marT="25275" marB="25275" anchor="ctr"/>
                </a:tc>
                <a:extLst>
                  <a:ext uri="{0D108BD9-81ED-4DB2-BD59-A6C34878D82A}">
                    <a16:rowId xmlns:a16="http://schemas.microsoft.com/office/drawing/2014/main" val="10008"/>
                  </a:ext>
                </a:extLst>
              </a:tr>
              <a:tr h="269975">
                <a:tc>
                  <a:txBody>
                    <a:bodyPr/>
                    <a:lstStyle/>
                    <a:p>
                      <a:pPr marL="0" marR="0" lvl="0" indent="0" algn="l" rtl="0">
                        <a:spcBef>
                          <a:spcPts val="0"/>
                        </a:spcBef>
                        <a:spcAft>
                          <a:spcPts val="0"/>
                        </a:spcAft>
                        <a:buNone/>
                      </a:pPr>
                      <a:r>
                        <a:rPr lang="en-US" sz="1500" b="1">
                          <a:latin typeface="Times New Roman"/>
                          <a:ea typeface="Times New Roman"/>
                          <a:cs typeface="Times New Roman"/>
                          <a:sym typeface="Times New Roman"/>
                        </a:rPr>
                        <a:t>Walltime Used</a:t>
                      </a:r>
                      <a:endParaRPr sz="1500">
                        <a:latin typeface="Times New Roman"/>
                        <a:ea typeface="Times New Roman"/>
                        <a:cs typeface="Times New Roman"/>
                        <a:sym typeface="Times New Roman"/>
                      </a:endParaRPr>
                    </a:p>
                  </a:txBody>
                  <a:tcPr marL="50550" marR="50550" marT="25275" marB="25275" anchor="ctr"/>
                </a:tc>
                <a:tc>
                  <a:txBody>
                    <a:bodyPr/>
                    <a:lstStyle/>
                    <a:p>
                      <a:pPr marL="0" marR="0" lvl="0" indent="0" algn="l" rtl="0">
                        <a:spcBef>
                          <a:spcPts val="0"/>
                        </a:spcBef>
                        <a:spcAft>
                          <a:spcPts val="0"/>
                        </a:spcAft>
                        <a:buNone/>
                      </a:pPr>
                      <a:r>
                        <a:rPr lang="en-US" sz="1500">
                          <a:latin typeface="Times New Roman"/>
                          <a:ea typeface="Times New Roman"/>
                          <a:cs typeface="Times New Roman"/>
                          <a:sym typeface="Times New Roman"/>
                        </a:rPr>
                        <a:t>32:34:22</a:t>
                      </a:r>
                      <a:endParaRPr/>
                    </a:p>
                  </a:txBody>
                  <a:tcPr marL="50550" marR="50550" marT="25275" marB="25275" anchor="ctr"/>
                </a:tc>
                <a:extLst>
                  <a:ext uri="{0D108BD9-81ED-4DB2-BD59-A6C34878D82A}">
                    <a16:rowId xmlns:a16="http://schemas.microsoft.com/office/drawing/2014/main" val="10009"/>
                  </a:ext>
                </a:extLst>
              </a:tr>
            </a:tbl>
          </a:graphicData>
        </a:graphic>
      </p:graphicFrame>
      <p:sp>
        <p:nvSpPr>
          <p:cNvPr id="219" name="Google Shape;219;p28"/>
          <p:cNvSpPr txBox="1"/>
          <p:nvPr/>
        </p:nvSpPr>
        <p:spPr>
          <a:xfrm>
            <a:off x="6359267" y="2672860"/>
            <a:ext cx="4842134" cy="215444"/>
          </a:xfrm>
          <a:prstGeom prst="rect">
            <a:avLst/>
          </a:prstGeom>
          <a:noFill/>
          <a:ln>
            <a:noFill/>
          </a:ln>
        </p:spPr>
        <p:txBody>
          <a:bodyPr spcFirstLastPara="1" wrap="square" lIns="91425" tIns="45700" rIns="91425" bIns="45700" anchor="t" anchorCtr="0">
            <a:spAutoFit/>
          </a:bodyPr>
          <a:lstStyle/>
          <a:p>
            <a:pPr marL="457200" marR="0" lvl="0" indent="457200" algn="l" rtl="0">
              <a:spcBef>
                <a:spcPts val="0"/>
              </a:spcBef>
              <a:spcAft>
                <a:spcPts val="0"/>
              </a:spcAft>
              <a:buClr>
                <a:srgbClr val="0E2841"/>
              </a:buClr>
              <a:buSzPts val="800"/>
              <a:buFont typeface="Times New Roman"/>
              <a:buNone/>
            </a:pPr>
            <a:r>
              <a:rPr lang="en-US" sz="800" i="1">
                <a:solidFill>
                  <a:srgbClr val="0E2841"/>
                </a:solidFill>
                <a:latin typeface="Times New Roman"/>
                <a:ea typeface="Times New Roman"/>
                <a:cs typeface="Times New Roman"/>
                <a:sym typeface="Times New Roman"/>
              </a:rPr>
              <a:t>Table: variable values for different Grid search hyperparameters during training</a:t>
            </a:r>
            <a:endParaRPr/>
          </a:p>
        </p:txBody>
      </p:sp>
      <p:sp>
        <p:nvSpPr>
          <p:cNvPr id="220" name="Google Shape;220;p28"/>
          <p:cNvSpPr txBox="1"/>
          <p:nvPr/>
        </p:nvSpPr>
        <p:spPr>
          <a:xfrm>
            <a:off x="754728" y="159627"/>
            <a:ext cx="10515600" cy="763431"/>
          </a:xfrm>
          <a:prstGeom prst="rect">
            <a:avLst/>
          </a:prstGeom>
          <a:noFill/>
          <a:ln>
            <a:noFill/>
          </a:ln>
        </p:spPr>
        <p:txBody>
          <a:bodyPr spcFirstLastPara="1" wrap="square" lIns="0" tIns="0" rIns="91425" bIns="45700" anchor="t" anchorCtr="0">
            <a:normAutofit/>
          </a:bodyPr>
          <a:lstStyle/>
          <a:p>
            <a:pPr marL="0" marR="0" lvl="0" indent="0" algn="l" rtl="0">
              <a:lnSpc>
                <a:spcPct val="90000"/>
              </a:lnSpc>
              <a:spcBef>
                <a:spcPts val="0"/>
              </a:spcBef>
              <a:spcAft>
                <a:spcPts val="0"/>
              </a:spcAft>
              <a:buClr>
                <a:srgbClr val="004A7D"/>
              </a:buClr>
              <a:buSzPts val="3800"/>
              <a:buFont typeface="Times New Roman"/>
              <a:buNone/>
            </a:pPr>
            <a:r>
              <a:rPr lang="en-US" sz="3800" b="1" i="0">
                <a:solidFill>
                  <a:srgbClr val="004A7D"/>
                </a:solidFill>
                <a:latin typeface="Times New Roman"/>
                <a:ea typeface="Times New Roman"/>
                <a:cs typeface="Times New Roman"/>
                <a:sym typeface="Times New Roman"/>
              </a:rPr>
              <a:t>Computational resources used for Training</a:t>
            </a:r>
            <a:endParaRPr sz="3800" b="1" i="0">
              <a:solidFill>
                <a:srgbClr val="004A7D"/>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p32"/>
          <p:cNvSpPr txBox="1">
            <a:spLocks noGrp="1"/>
          </p:cNvSpPr>
          <p:nvPr>
            <p:ph type="body" idx="1"/>
          </p:nvPr>
        </p:nvSpPr>
        <p:spPr>
          <a:xfrm>
            <a:off x="604732" y="1059321"/>
            <a:ext cx="4740693" cy="4825011"/>
          </a:xfrm>
          <a:prstGeom prst="rect">
            <a:avLst/>
          </a:prstGeom>
          <a:noFill/>
          <a:ln>
            <a:noFill/>
          </a:ln>
        </p:spPr>
        <p:txBody>
          <a:bodyPr spcFirstLastPara="1" wrap="square" lIns="0" tIns="45700" rIns="0" bIns="45700" anchor="t" anchorCtr="0">
            <a:noAutofit/>
          </a:bodyPr>
          <a:lstStyle/>
          <a:p>
            <a:pPr marL="285750" lvl="0" indent="-285750" algn="l" rtl="0">
              <a:lnSpc>
                <a:spcPct val="90000"/>
              </a:lnSpc>
              <a:spcBef>
                <a:spcPts val="0"/>
              </a:spcBef>
              <a:spcAft>
                <a:spcPts val="0"/>
              </a:spcAft>
              <a:buSzPts val="1760"/>
              <a:buFont typeface="Arial"/>
              <a:buChar char="•"/>
            </a:pPr>
            <a:r>
              <a:rPr lang="en-US" sz="1600" dirty="0">
                <a:latin typeface="Times New Roman"/>
                <a:ea typeface="Times New Roman"/>
                <a:cs typeface="Times New Roman"/>
                <a:sym typeface="Times New Roman"/>
              </a:rPr>
              <a:t>After rigorous </a:t>
            </a:r>
            <a:r>
              <a:rPr lang="en-US" sz="1600" dirty="0" err="1">
                <a:latin typeface="Times New Roman"/>
                <a:ea typeface="Times New Roman"/>
                <a:cs typeface="Times New Roman"/>
                <a:sym typeface="Times New Roman"/>
              </a:rPr>
              <a:t>hyperparametertuning</a:t>
            </a:r>
            <a:r>
              <a:rPr lang="en-US" sz="1600" dirty="0">
                <a:latin typeface="Times New Roman"/>
                <a:ea typeface="Times New Roman"/>
                <a:cs typeface="Times New Roman"/>
                <a:sym typeface="Times New Roman"/>
              </a:rPr>
              <a:t>, It can be observed that the combination of SGD optimizer, 16 batch size, and 12 epochs achieved the highest validation accuracy (36.61%).</a:t>
            </a:r>
            <a:endParaRPr dirty="0"/>
          </a:p>
          <a:p>
            <a:pPr marL="285750" lvl="0" indent="-285750" algn="l" rtl="0">
              <a:lnSpc>
                <a:spcPct val="90000"/>
              </a:lnSpc>
              <a:spcBef>
                <a:spcPts val="1000"/>
              </a:spcBef>
              <a:spcAft>
                <a:spcPts val="0"/>
              </a:spcAft>
              <a:buSzPts val="1760"/>
              <a:buFont typeface="Arial"/>
              <a:buChar char="•"/>
            </a:pPr>
            <a:r>
              <a:rPr lang="en-US" sz="1600" dirty="0">
                <a:latin typeface="Times New Roman"/>
                <a:ea typeface="Times New Roman"/>
                <a:cs typeface="Times New Roman"/>
                <a:sym typeface="Times New Roman"/>
              </a:rPr>
              <a:t>SGD optimizer performed </a:t>
            </a:r>
            <a:r>
              <a:rPr lang="en-US" sz="1600" dirty="0" err="1">
                <a:latin typeface="Times New Roman"/>
                <a:ea typeface="Times New Roman"/>
                <a:cs typeface="Times New Roman"/>
                <a:sym typeface="Times New Roman"/>
              </a:rPr>
              <a:t>wellwith</a:t>
            </a:r>
            <a:r>
              <a:rPr lang="en-US" sz="1600" dirty="0">
                <a:latin typeface="Times New Roman"/>
                <a:ea typeface="Times New Roman"/>
                <a:cs typeface="Times New Roman"/>
                <a:sym typeface="Times New Roman"/>
              </a:rPr>
              <a:t> high validation accuracies on the data, when compared to Adam as it uses a fixed learning and </a:t>
            </a:r>
            <a:r>
              <a:rPr lang="en-US" sz="1600" dirty="0" err="1">
                <a:latin typeface="Times New Roman"/>
                <a:ea typeface="Times New Roman"/>
                <a:cs typeface="Times New Roman"/>
                <a:sym typeface="Times New Roman"/>
              </a:rPr>
              <a:t>noiser</a:t>
            </a:r>
            <a:r>
              <a:rPr lang="en-US" sz="1600" dirty="0">
                <a:latin typeface="Times New Roman"/>
                <a:ea typeface="Times New Roman"/>
                <a:cs typeface="Times New Roman"/>
                <a:sym typeface="Times New Roman"/>
              </a:rPr>
              <a:t> updates, which acts as implicit generalization.</a:t>
            </a:r>
            <a:endParaRPr dirty="0"/>
          </a:p>
          <a:p>
            <a:pPr marL="285750" lvl="0" indent="-285750" algn="l" rtl="0">
              <a:lnSpc>
                <a:spcPct val="90000"/>
              </a:lnSpc>
              <a:spcBef>
                <a:spcPts val="1000"/>
              </a:spcBef>
              <a:spcAft>
                <a:spcPts val="0"/>
              </a:spcAft>
              <a:buSzPts val="1760"/>
              <a:buFont typeface="Arial"/>
              <a:buChar char="•"/>
            </a:pPr>
            <a:r>
              <a:rPr lang="en-US" sz="1600" dirty="0">
                <a:latin typeface="Times New Roman"/>
                <a:ea typeface="Times New Roman"/>
                <a:cs typeface="Times New Roman"/>
                <a:sym typeface="Times New Roman"/>
              </a:rPr>
              <a:t>The </a:t>
            </a:r>
            <a:r>
              <a:rPr lang="en-US" sz="1600" dirty="0" err="1">
                <a:latin typeface="Times New Roman"/>
                <a:ea typeface="Times New Roman"/>
                <a:cs typeface="Times New Roman"/>
                <a:sym typeface="Times New Roman"/>
              </a:rPr>
              <a:t>noiser</a:t>
            </a:r>
            <a:r>
              <a:rPr lang="en-US" sz="1600" dirty="0">
                <a:latin typeface="Times New Roman"/>
                <a:ea typeface="Times New Roman"/>
                <a:cs typeface="Times New Roman"/>
                <a:sym typeface="Times New Roman"/>
              </a:rPr>
              <a:t> updates can also be observed clearly in the validation-loss curve of 2</a:t>
            </a:r>
            <a:r>
              <a:rPr lang="en-US" sz="1600" baseline="30000" dirty="0">
                <a:latin typeface="Times New Roman"/>
                <a:ea typeface="Times New Roman"/>
                <a:cs typeface="Times New Roman"/>
                <a:sym typeface="Times New Roman"/>
              </a:rPr>
              <a:t>nd</a:t>
            </a:r>
            <a:r>
              <a:rPr lang="en-US" sz="1600" dirty="0">
                <a:latin typeface="Times New Roman"/>
                <a:ea typeface="Times New Roman"/>
                <a:cs typeface="Times New Roman"/>
                <a:sym typeface="Times New Roman"/>
              </a:rPr>
              <a:t> fold of the figure, resulting in </a:t>
            </a:r>
            <a:r>
              <a:rPr lang="en-US" sz="1600" dirty="0" err="1">
                <a:latin typeface="Times New Roman"/>
                <a:ea typeface="Times New Roman"/>
                <a:cs typeface="Times New Roman"/>
                <a:sym typeface="Times New Roman"/>
              </a:rPr>
              <a:t>unstabe</a:t>
            </a:r>
            <a:r>
              <a:rPr lang="en-US" sz="1600" dirty="0">
                <a:latin typeface="Times New Roman"/>
                <a:ea typeface="Times New Roman"/>
                <a:cs typeface="Times New Roman"/>
                <a:sym typeface="Times New Roman"/>
              </a:rPr>
              <a:t> loss values.</a:t>
            </a:r>
            <a:endParaRPr dirty="0"/>
          </a:p>
          <a:p>
            <a:pPr marL="285750" lvl="0" indent="-285750" algn="l" rtl="0">
              <a:lnSpc>
                <a:spcPct val="90000"/>
              </a:lnSpc>
              <a:spcBef>
                <a:spcPts val="1000"/>
              </a:spcBef>
              <a:spcAft>
                <a:spcPts val="0"/>
              </a:spcAft>
              <a:buSzPts val="1760"/>
              <a:buFont typeface="Arial"/>
              <a:buChar char="•"/>
            </a:pPr>
            <a:r>
              <a:rPr lang="en-US" sz="1600" dirty="0">
                <a:latin typeface="Times New Roman"/>
                <a:ea typeface="Times New Roman"/>
                <a:cs typeface="Times New Roman"/>
                <a:sym typeface="Times New Roman"/>
              </a:rPr>
              <a:t>Though validation-accuracy curve overfits the training data during the initial epochs, after certain epochs the model is generalizing well to attain good bias-variance tradeoff. This indicates no presence of overfitting or underfitting to the data.</a:t>
            </a:r>
            <a:endParaRPr dirty="0"/>
          </a:p>
          <a:p>
            <a:pPr marL="285750" lvl="0" indent="-173990" algn="l" rtl="0">
              <a:lnSpc>
                <a:spcPct val="90000"/>
              </a:lnSpc>
              <a:spcBef>
                <a:spcPts val="1000"/>
              </a:spcBef>
              <a:spcAft>
                <a:spcPts val="0"/>
              </a:spcAft>
              <a:buSzPts val="1760"/>
              <a:buFont typeface="Arial"/>
              <a:buNone/>
            </a:pPr>
            <a:endParaRPr sz="1600" dirty="0">
              <a:latin typeface="Times New Roman"/>
              <a:ea typeface="Times New Roman"/>
              <a:cs typeface="Times New Roman"/>
              <a:sym typeface="Times New Roman"/>
            </a:endParaRPr>
          </a:p>
          <a:p>
            <a:pPr marL="285750" lvl="0" indent="-173990" algn="l" rtl="0">
              <a:lnSpc>
                <a:spcPct val="90000"/>
              </a:lnSpc>
              <a:spcBef>
                <a:spcPts val="1000"/>
              </a:spcBef>
              <a:spcAft>
                <a:spcPts val="0"/>
              </a:spcAft>
              <a:buSzPts val="1760"/>
              <a:buFont typeface="Arial"/>
              <a:buNone/>
            </a:pPr>
            <a:endParaRPr sz="1600" dirty="0">
              <a:latin typeface="Times New Roman"/>
              <a:ea typeface="Times New Roman"/>
              <a:cs typeface="Times New Roman"/>
              <a:sym typeface="Times New Roman"/>
            </a:endParaRPr>
          </a:p>
          <a:p>
            <a:pPr marL="285750" lvl="0" indent="-173990" algn="l" rtl="0">
              <a:lnSpc>
                <a:spcPct val="90000"/>
              </a:lnSpc>
              <a:spcBef>
                <a:spcPts val="1000"/>
              </a:spcBef>
              <a:spcAft>
                <a:spcPts val="0"/>
              </a:spcAft>
              <a:buSzPts val="1760"/>
              <a:buFont typeface="Arial"/>
              <a:buNone/>
            </a:pPr>
            <a:endParaRPr sz="1600" dirty="0">
              <a:latin typeface="Times New Roman"/>
              <a:ea typeface="Times New Roman"/>
              <a:cs typeface="Times New Roman"/>
              <a:sym typeface="Times New Roman"/>
            </a:endParaRPr>
          </a:p>
        </p:txBody>
      </p:sp>
      <p:pic>
        <p:nvPicPr>
          <p:cNvPr id="252" name="Google Shape;252;p32" descr="A graph with orange and blue lines&#10;&#10;AI-generated content may be incorrect."/>
          <p:cNvPicPr preferRelativeResize="0"/>
          <p:nvPr/>
        </p:nvPicPr>
        <p:blipFill rotWithShape="1">
          <a:blip r:embed="rId3">
            <a:alphaModFix/>
          </a:blip>
          <a:srcRect/>
          <a:stretch/>
        </p:blipFill>
        <p:spPr>
          <a:xfrm>
            <a:off x="5345426" y="3428999"/>
            <a:ext cx="3294126" cy="2276683"/>
          </a:xfrm>
          <a:prstGeom prst="rect">
            <a:avLst/>
          </a:prstGeom>
          <a:noFill/>
          <a:ln>
            <a:noFill/>
          </a:ln>
        </p:spPr>
      </p:pic>
      <p:sp>
        <p:nvSpPr>
          <p:cNvPr id="253" name="Google Shape;253;p32"/>
          <p:cNvSpPr txBox="1"/>
          <p:nvPr/>
        </p:nvSpPr>
        <p:spPr>
          <a:xfrm>
            <a:off x="604732" y="330391"/>
            <a:ext cx="10982536" cy="781764"/>
          </a:xfrm>
          <a:prstGeom prst="rect">
            <a:avLst/>
          </a:prstGeom>
          <a:noFill/>
          <a:ln>
            <a:noFill/>
          </a:ln>
        </p:spPr>
        <p:txBody>
          <a:bodyPr spcFirstLastPara="1" wrap="square" lIns="0" tIns="0" rIns="91425" bIns="45700" anchor="t" anchorCtr="0">
            <a:noAutofit/>
          </a:bodyPr>
          <a:lstStyle/>
          <a:p>
            <a:pPr marL="0" marR="0" lvl="0" indent="0" algn="l" rtl="0">
              <a:lnSpc>
                <a:spcPct val="90000"/>
              </a:lnSpc>
              <a:spcBef>
                <a:spcPts val="0"/>
              </a:spcBef>
              <a:spcAft>
                <a:spcPts val="0"/>
              </a:spcAft>
              <a:buClr>
                <a:srgbClr val="004A7D"/>
              </a:buClr>
              <a:buSzPts val="3000"/>
              <a:buFont typeface="Times New Roman"/>
              <a:buNone/>
            </a:pPr>
            <a:r>
              <a:rPr lang="en-US" sz="3000" b="1" i="0">
                <a:solidFill>
                  <a:srgbClr val="004A7D"/>
                </a:solidFill>
                <a:latin typeface="Times New Roman"/>
                <a:ea typeface="Times New Roman"/>
                <a:cs typeface="Times New Roman"/>
                <a:sym typeface="Times New Roman"/>
              </a:rPr>
              <a:t>Results: Best hyperparameters for training ResNet-50</a:t>
            </a:r>
            <a:endParaRPr/>
          </a:p>
        </p:txBody>
      </p:sp>
      <p:pic>
        <p:nvPicPr>
          <p:cNvPr id="254" name="Google Shape;254;p32"/>
          <p:cNvPicPr preferRelativeResize="0"/>
          <p:nvPr/>
        </p:nvPicPr>
        <p:blipFill rotWithShape="1">
          <a:blip r:embed="rId4">
            <a:alphaModFix/>
          </a:blip>
          <a:srcRect/>
          <a:stretch/>
        </p:blipFill>
        <p:spPr>
          <a:xfrm>
            <a:off x="6403720" y="1059322"/>
            <a:ext cx="4877051" cy="2115678"/>
          </a:xfrm>
          <a:prstGeom prst="rect">
            <a:avLst/>
          </a:prstGeom>
          <a:noFill/>
          <a:ln>
            <a:noFill/>
          </a:ln>
        </p:spPr>
      </p:pic>
      <p:pic>
        <p:nvPicPr>
          <p:cNvPr id="255" name="Google Shape;255;p32" descr="A graph showing a line of accuracy&#10;&#10;AI-generated content may be incorrect."/>
          <p:cNvPicPr preferRelativeResize="0"/>
          <p:nvPr/>
        </p:nvPicPr>
        <p:blipFill rotWithShape="1">
          <a:blip r:embed="rId5">
            <a:alphaModFix/>
          </a:blip>
          <a:srcRect/>
          <a:stretch/>
        </p:blipFill>
        <p:spPr>
          <a:xfrm>
            <a:off x="8639552" y="3429000"/>
            <a:ext cx="3166535" cy="2276683"/>
          </a:xfrm>
          <a:prstGeom prst="rect">
            <a:avLst/>
          </a:prstGeom>
          <a:noFill/>
          <a:ln>
            <a:noFill/>
          </a:ln>
        </p:spPr>
      </p:pic>
      <p:sp>
        <p:nvSpPr>
          <p:cNvPr id="256" name="Google Shape;256;p32"/>
          <p:cNvSpPr txBox="1"/>
          <p:nvPr/>
        </p:nvSpPr>
        <p:spPr>
          <a:xfrm>
            <a:off x="5223934" y="3194277"/>
            <a:ext cx="7086600" cy="215444"/>
          </a:xfrm>
          <a:prstGeom prst="rect">
            <a:avLst/>
          </a:prstGeom>
          <a:noFill/>
          <a:ln>
            <a:noFill/>
          </a:ln>
        </p:spPr>
        <p:txBody>
          <a:bodyPr spcFirstLastPara="1" wrap="square" lIns="91425" tIns="45700" rIns="91425" bIns="45700" anchor="t" anchorCtr="0">
            <a:spAutoFit/>
          </a:bodyPr>
          <a:lstStyle/>
          <a:p>
            <a:pPr marL="457200" marR="0" lvl="0" indent="457200" algn="l" rtl="0">
              <a:spcBef>
                <a:spcPts val="0"/>
              </a:spcBef>
              <a:spcAft>
                <a:spcPts val="0"/>
              </a:spcAft>
              <a:buClr>
                <a:srgbClr val="0E2841"/>
              </a:buClr>
              <a:buSzPts val="800"/>
              <a:buFont typeface="Times New Roman"/>
              <a:buNone/>
            </a:pPr>
            <a:r>
              <a:rPr lang="en-US" sz="800" i="1">
                <a:solidFill>
                  <a:srgbClr val="0E2841"/>
                </a:solidFill>
                <a:latin typeface="Times New Roman"/>
                <a:ea typeface="Times New Roman"/>
                <a:cs typeface="Times New Roman"/>
                <a:sym typeface="Times New Roman"/>
              </a:rPr>
              <a:t>Table: Average validation and average validation losses and accuracies of 16 combinations computed  after hyperparametertuning</a:t>
            </a:r>
            <a:endParaRPr sz="800" i="1">
              <a:solidFill>
                <a:srgbClr val="0E2841"/>
              </a:solidFill>
              <a:latin typeface="Times New Roman"/>
              <a:ea typeface="Times New Roman"/>
              <a:cs typeface="Times New Roman"/>
              <a:sym typeface="Times New Roman"/>
            </a:endParaRPr>
          </a:p>
        </p:txBody>
      </p:sp>
      <p:sp>
        <p:nvSpPr>
          <p:cNvPr id="257" name="Google Shape;257;p32"/>
          <p:cNvSpPr txBox="1"/>
          <p:nvPr/>
        </p:nvSpPr>
        <p:spPr>
          <a:xfrm>
            <a:off x="5613399" y="5724960"/>
            <a:ext cx="4769459" cy="584775"/>
          </a:xfrm>
          <a:prstGeom prst="rect">
            <a:avLst/>
          </a:prstGeom>
          <a:noFill/>
          <a:ln>
            <a:noFill/>
          </a:ln>
        </p:spPr>
        <p:txBody>
          <a:bodyPr spcFirstLastPara="1" wrap="square" lIns="91425" tIns="45700" rIns="91425" bIns="45700" anchor="t" anchorCtr="0">
            <a:spAutoFit/>
          </a:bodyPr>
          <a:lstStyle/>
          <a:p>
            <a:pPr marL="457200" marR="0" lvl="0" indent="457200" algn="just" rtl="0">
              <a:spcBef>
                <a:spcPts val="0"/>
              </a:spcBef>
              <a:spcAft>
                <a:spcPts val="0"/>
              </a:spcAft>
              <a:buClr>
                <a:srgbClr val="0E2841"/>
              </a:buClr>
              <a:buSzPts val="800"/>
              <a:buFont typeface="Times New Roman"/>
              <a:buNone/>
            </a:pPr>
            <a:r>
              <a:rPr lang="en-US" sz="800" i="1">
                <a:solidFill>
                  <a:srgbClr val="0E2841"/>
                </a:solidFill>
                <a:latin typeface="Times New Roman"/>
                <a:ea typeface="Times New Roman"/>
                <a:cs typeface="Times New Roman"/>
                <a:sym typeface="Times New Roman"/>
              </a:rPr>
              <a:t>Figure:</a:t>
            </a:r>
            <a:r>
              <a:rPr lang="en-US" sz="800">
                <a:solidFill>
                  <a:schemeClr val="dk1"/>
                </a:solidFill>
                <a:latin typeface="Times New Roman"/>
                <a:ea typeface="Times New Roman"/>
                <a:cs typeface="Times New Roman"/>
                <a:sym typeface="Times New Roman"/>
              </a:rPr>
              <a:t>Training accuracy and validation curves for the best hyperparameter combination on learning_rate=0.001, optimizer=SGD, batch size=16, epochs=12, no.of folds=2. In the plots,  epochs from 1 to 12 represent the training accuracy and losses for the 1st fold and epochs from 12 to 24 represents the training accuracy and losses of 2nd fold.</a:t>
            </a:r>
            <a:endParaRPr sz="800" i="1">
              <a:solidFill>
                <a:srgbClr val="0E2841"/>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31"/>
          <p:cNvSpPr txBox="1">
            <a:spLocks noGrp="1"/>
          </p:cNvSpPr>
          <p:nvPr>
            <p:ph type="body" idx="1"/>
          </p:nvPr>
        </p:nvSpPr>
        <p:spPr>
          <a:xfrm>
            <a:off x="748145" y="1404549"/>
            <a:ext cx="5259227" cy="4213234"/>
          </a:xfrm>
          <a:prstGeom prst="rect">
            <a:avLst/>
          </a:prstGeom>
          <a:noFill/>
          <a:ln>
            <a:noFill/>
          </a:ln>
        </p:spPr>
        <p:txBody>
          <a:bodyPr spcFirstLastPara="1" wrap="square" lIns="0" tIns="45700" rIns="0" bIns="45700" anchor="t" anchorCtr="0">
            <a:noAutofit/>
          </a:bodyPr>
          <a:lstStyle/>
          <a:p>
            <a:pPr marL="285750" lvl="0" indent="-285750" algn="l" rtl="0">
              <a:lnSpc>
                <a:spcPct val="90000"/>
              </a:lnSpc>
              <a:spcBef>
                <a:spcPts val="0"/>
              </a:spcBef>
              <a:spcAft>
                <a:spcPts val="0"/>
              </a:spcAft>
              <a:buSzPts val="1980"/>
              <a:buFont typeface="Arial"/>
              <a:buChar char="•"/>
            </a:pPr>
            <a:r>
              <a:rPr lang="en-US">
                <a:latin typeface="Times New Roman"/>
                <a:ea typeface="Times New Roman"/>
                <a:cs typeface="Times New Roman"/>
                <a:sym typeface="Times New Roman"/>
              </a:rPr>
              <a:t>As the model is being trained on the entire training data, the model is interpreting correct predictions. </a:t>
            </a:r>
            <a:endParaRPr/>
          </a:p>
          <a:p>
            <a:pPr marL="285750" lvl="0" indent="-160020" algn="l" rtl="0">
              <a:lnSpc>
                <a:spcPct val="90000"/>
              </a:lnSpc>
              <a:spcBef>
                <a:spcPts val="1000"/>
              </a:spcBef>
              <a:spcAft>
                <a:spcPts val="0"/>
              </a:spcAft>
              <a:buSzPts val="1980"/>
              <a:buFont typeface="Arial"/>
              <a:buNone/>
            </a:pPr>
            <a:endParaRPr>
              <a:latin typeface="Times New Roman"/>
              <a:ea typeface="Times New Roman"/>
              <a:cs typeface="Times New Roman"/>
              <a:sym typeface="Times New Roman"/>
            </a:endParaRPr>
          </a:p>
          <a:p>
            <a:pPr marL="285750" lvl="0" indent="-285750" algn="l" rtl="0">
              <a:lnSpc>
                <a:spcPct val="90000"/>
              </a:lnSpc>
              <a:spcBef>
                <a:spcPts val="1000"/>
              </a:spcBef>
              <a:spcAft>
                <a:spcPts val="0"/>
              </a:spcAft>
              <a:buSzPts val="1980"/>
              <a:buFont typeface="Arial"/>
              <a:buChar char="•"/>
            </a:pPr>
            <a:r>
              <a:rPr lang="en-US">
                <a:latin typeface="Times New Roman"/>
                <a:ea typeface="Times New Roman"/>
                <a:cs typeface="Times New Roman"/>
                <a:sym typeface="Times New Roman"/>
              </a:rPr>
              <a:t>This can be observed with decrease in the loss and increase in the accuracy as epochs increase, indicating the updation of weights by SGD optimizer in the direction of minimum loss.</a:t>
            </a:r>
            <a:endParaRPr/>
          </a:p>
          <a:p>
            <a:pPr marL="285750" lvl="0" indent="-160020" algn="l" rtl="0">
              <a:lnSpc>
                <a:spcPct val="90000"/>
              </a:lnSpc>
              <a:spcBef>
                <a:spcPts val="1000"/>
              </a:spcBef>
              <a:spcAft>
                <a:spcPts val="0"/>
              </a:spcAft>
              <a:buSzPts val="1980"/>
              <a:buFont typeface="Arial"/>
              <a:buNone/>
            </a:pPr>
            <a:endParaRPr>
              <a:latin typeface="Times New Roman"/>
              <a:ea typeface="Times New Roman"/>
              <a:cs typeface="Times New Roman"/>
              <a:sym typeface="Times New Roman"/>
            </a:endParaRPr>
          </a:p>
          <a:p>
            <a:pPr marL="285750" lvl="0" indent="-285750" algn="l" rtl="0">
              <a:lnSpc>
                <a:spcPct val="90000"/>
              </a:lnSpc>
              <a:spcBef>
                <a:spcPts val="1000"/>
              </a:spcBef>
              <a:spcAft>
                <a:spcPts val="0"/>
              </a:spcAft>
              <a:buSzPts val="1980"/>
              <a:buFont typeface="Arial"/>
              <a:buChar char="•"/>
            </a:pPr>
            <a:r>
              <a:rPr lang="en-US">
                <a:latin typeface="Times New Roman"/>
                <a:ea typeface="Times New Roman"/>
                <a:cs typeface="Times New Roman"/>
                <a:sym typeface="Times New Roman"/>
              </a:rPr>
              <a:t>Finally, Resnet-50 model is trained on the entire training data with SGD optimizer and 16 batch size over12 epochs to achieve an accuracy of 79.89% and a loss of ~0.6.</a:t>
            </a:r>
            <a:endParaRPr/>
          </a:p>
          <a:p>
            <a:pPr marL="0" lvl="0" indent="0" algn="l" rtl="0">
              <a:lnSpc>
                <a:spcPct val="90000"/>
              </a:lnSpc>
              <a:spcBef>
                <a:spcPts val="1000"/>
              </a:spcBef>
              <a:spcAft>
                <a:spcPts val="0"/>
              </a:spcAft>
              <a:buClr>
                <a:srgbClr val="004A7D"/>
              </a:buClr>
              <a:buSzPts val="1760"/>
              <a:buFont typeface="Noto Sans Symbols"/>
              <a:buNone/>
            </a:pPr>
            <a:endParaRPr sz="1600">
              <a:latin typeface="Times New Roman"/>
              <a:ea typeface="Times New Roman"/>
              <a:cs typeface="Times New Roman"/>
              <a:sym typeface="Times New Roman"/>
            </a:endParaRPr>
          </a:p>
        </p:txBody>
      </p:sp>
      <p:sp>
        <p:nvSpPr>
          <p:cNvPr id="242" name="Google Shape;242;p31"/>
          <p:cNvSpPr txBox="1">
            <a:spLocks noGrp="1"/>
          </p:cNvSpPr>
          <p:nvPr>
            <p:ph type="body" idx="2"/>
          </p:nvPr>
        </p:nvSpPr>
        <p:spPr>
          <a:xfrm>
            <a:off x="6471454" y="1721708"/>
            <a:ext cx="5259227" cy="4213234"/>
          </a:xfrm>
          <a:prstGeom prst="rect">
            <a:avLst/>
          </a:prstGeom>
          <a:noFill/>
          <a:ln>
            <a:noFill/>
          </a:ln>
        </p:spPr>
        <p:txBody>
          <a:bodyPr spcFirstLastPara="1" wrap="square" lIns="0" tIns="45700" rIns="0" bIns="45700" anchor="t" anchorCtr="0">
            <a:noAutofit/>
          </a:bodyPr>
          <a:lstStyle/>
          <a:p>
            <a:pPr marL="0" lvl="0" indent="0" algn="l" rtl="0">
              <a:lnSpc>
                <a:spcPct val="90000"/>
              </a:lnSpc>
              <a:spcBef>
                <a:spcPts val="0"/>
              </a:spcBef>
              <a:spcAft>
                <a:spcPts val="0"/>
              </a:spcAft>
              <a:buClr>
                <a:srgbClr val="004A7D"/>
              </a:buClr>
              <a:buSzPts val="1980"/>
              <a:buFont typeface="Noto Sans Symbols"/>
              <a:buNone/>
            </a:pPr>
            <a:endParaRPr/>
          </a:p>
        </p:txBody>
      </p:sp>
      <p:sp>
        <p:nvSpPr>
          <p:cNvPr id="243" name="Google Shape;243;p31"/>
          <p:cNvSpPr txBox="1">
            <a:spLocks noGrp="1"/>
          </p:cNvSpPr>
          <p:nvPr>
            <p:ph type="title"/>
          </p:nvPr>
        </p:nvSpPr>
        <p:spPr>
          <a:xfrm>
            <a:off x="748145" y="585944"/>
            <a:ext cx="10982536" cy="781764"/>
          </a:xfrm>
          <a:prstGeom prst="rect">
            <a:avLst/>
          </a:prstGeom>
          <a:noFill/>
          <a:ln>
            <a:noFill/>
          </a:ln>
        </p:spPr>
        <p:txBody>
          <a:bodyPr spcFirstLastPara="1" wrap="square" lIns="0" tIns="0" rIns="91425" bIns="45700" anchor="t" anchorCtr="0">
            <a:noAutofit/>
          </a:bodyPr>
          <a:lstStyle/>
          <a:p>
            <a:pPr marL="0" lvl="0" indent="0" algn="l" rtl="0">
              <a:lnSpc>
                <a:spcPct val="90000"/>
              </a:lnSpc>
              <a:spcBef>
                <a:spcPts val="0"/>
              </a:spcBef>
              <a:spcAft>
                <a:spcPts val="0"/>
              </a:spcAft>
              <a:buClr>
                <a:srgbClr val="004A7D"/>
              </a:buClr>
              <a:buSzPts val="3800"/>
              <a:buFont typeface="Times New Roman"/>
              <a:buNone/>
            </a:pPr>
            <a:r>
              <a:rPr lang="en-US" sz="3800">
                <a:latin typeface="Times New Roman"/>
                <a:ea typeface="Times New Roman"/>
                <a:cs typeface="Times New Roman"/>
                <a:sym typeface="Times New Roman"/>
              </a:rPr>
              <a:t>Results: Training the model on entire training data</a:t>
            </a:r>
            <a:endParaRPr sz="3800" b="0"/>
          </a:p>
        </p:txBody>
      </p:sp>
      <p:pic>
        <p:nvPicPr>
          <p:cNvPr id="244" name="Google Shape;244;p31" descr="A graph with a line&#10;&#10;AI-generated content may be incorrect."/>
          <p:cNvPicPr preferRelativeResize="0"/>
          <p:nvPr/>
        </p:nvPicPr>
        <p:blipFill rotWithShape="1">
          <a:blip r:embed="rId3">
            <a:alphaModFix/>
          </a:blip>
          <a:srcRect/>
          <a:stretch/>
        </p:blipFill>
        <p:spPr>
          <a:xfrm>
            <a:off x="6471454" y="1349267"/>
            <a:ext cx="4838479" cy="2079733"/>
          </a:xfrm>
          <a:prstGeom prst="rect">
            <a:avLst/>
          </a:prstGeom>
          <a:noFill/>
          <a:ln>
            <a:noFill/>
          </a:ln>
        </p:spPr>
      </p:pic>
      <p:pic>
        <p:nvPicPr>
          <p:cNvPr id="245" name="Google Shape;245;p31" descr="A graph with a line going up&#10;&#10;AI-generated content may be incorrect."/>
          <p:cNvPicPr preferRelativeResize="0"/>
          <p:nvPr/>
        </p:nvPicPr>
        <p:blipFill rotWithShape="1">
          <a:blip r:embed="rId4">
            <a:alphaModFix/>
          </a:blip>
          <a:srcRect/>
          <a:stretch/>
        </p:blipFill>
        <p:spPr>
          <a:xfrm>
            <a:off x="6471454" y="3429000"/>
            <a:ext cx="4913028" cy="2079733"/>
          </a:xfrm>
          <a:prstGeom prst="rect">
            <a:avLst/>
          </a:prstGeom>
          <a:noFill/>
          <a:ln>
            <a:noFill/>
          </a:ln>
        </p:spPr>
      </p:pic>
      <p:sp>
        <p:nvSpPr>
          <p:cNvPr id="246" name="Google Shape;246;p31"/>
          <p:cNvSpPr txBox="1"/>
          <p:nvPr/>
        </p:nvSpPr>
        <p:spPr>
          <a:xfrm>
            <a:off x="6239413" y="5978769"/>
            <a:ext cx="6734482" cy="338554"/>
          </a:xfrm>
          <a:prstGeom prst="rect">
            <a:avLst/>
          </a:prstGeom>
          <a:noFill/>
          <a:ln>
            <a:noFill/>
          </a:ln>
        </p:spPr>
        <p:txBody>
          <a:bodyPr spcFirstLastPara="1" wrap="square" lIns="91425" tIns="45700" rIns="91425" bIns="45700" anchor="t" anchorCtr="0">
            <a:spAutoFit/>
          </a:bodyPr>
          <a:lstStyle/>
          <a:p>
            <a:pPr marL="457200" marR="0" lvl="0" indent="457200" algn="just" rtl="0">
              <a:spcBef>
                <a:spcPts val="0"/>
              </a:spcBef>
              <a:spcAft>
                <a:spcPts val="0"/>
              </a:spcAft>
              <a:buClr>
                <a:srgbClr val="0E2841"/>
              </a:buClr>
              <a:buSzPts val="800"/>
              <a:buFont typeface="Times New Roman"/>
              <a:buNone/>
            </a:pPr>
            <a:r>
              <a:rPr lang="en-US" sz="800" i="1">
                <a:solidFill>
                  <a:srgbClr val="0E2841"/>
                </a:solidFill>
                <a:latin typeface="Times New Roman"/>
                <a:ea typeface="Times New Roman"/>
                <a:cs typeface="Times New Roman"/>
                <a:sym typeface="Times New Roman"/>
              </a:rPr>
              <a:t>Figure: Loss and accuracy curves after training of ResNet-50 model with </a:t>
            </a:r>
            <a:endParaRPr/>
          </a:p>
          <a:p>
            <a:pPr marL="457200" marR="0" lvl="0" indent="457200" algn="just" rtl="0">
              <a:spcBef>
                <a:spcPts val="0"/>
              </a:spcBef>
              <a:spcAft>
                <a:spcPts val="0"/>
              </a:spcAft>
              <a:buClr>
                <a:srgbClr val="0E2841"/>
              </a:buClr>
              <a:buSzPts val="800"/>
              <a:buFont typeface="Times New Roman"/>
              <a:buNone/>
            </a:pPr>
            <a:r>
              <a:rPr lang="en-US" sz="800" i="1">
                <a:solidFill>
                  <a:srgbClr val="0E2841"/>
                </a:solidFill>
                <a:latin typeface="Times New Roman"/>
                <a:ea typeface="Times New Roman"/>
                <a:cs typeface="Times New Roman"/>
                <a:sym typeface="Times New Roman"/>
              </a:rPr>
              <a:t>	batch size=16,  epochs=12 and SGD optimizer</a:t>
            </a:r>
            <a:endParaRPr sz="800" i="1">
              <a:solidFill>
                <a:srgbClr val="0E284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C81757B-718C-D022-2D42-544A829962F2}"/>
              </a:ext>
            </a:extLst>
          </p:cNvPr>
          <p:cNvSpPr>
            <a:spLocks noGrp="1"/>
          </p:cNvSpPr>
          <p:nvPr>
            <p:ph idx="12"/>
          </p:nvPr>
        </p:nvSpPr>
        <p:spPr>
          <a:xfrm>
            <a:off x="604732" y="1219342"/>
            <a:ext cx="5259227" cy="4870561"/>
          </a:xfrm>
        </p:spPr>
        <p:txBody>
          <a:bodyPr/>
          <a:lstStyle/>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saved model weights are loaded to the model along with the cross entropy loss function.</a:t>
            </a: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loaded Resnet-50 model is evaluated on the unseen test  data by fixing the weight parameters.</a:t>
            </a: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model performed moderately good with an accuracy of 55.29% and  a loss of 1.98.</a:t>
            </a: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It can be observed from confusion matrix that, model performed very good in all other classes, except in bottle, spoon, and t-shirt. So, we need to improve quality of the data in these images/train the model with more images </a:t>
            </a: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pic>
        <p:nvPicPr>
          <p:cNvPr id="6" name="Content Placeholder 5" descr="A screenshot of a computer&#10;&#10;AI-generated content may be incorrect.">
            <a:extLst>
              <a:ext uri="{FF2B5EF4-FFF2-40B4-BE49-F238E27FC236}">
                <a16:creationId xmlns:a16="http://schemas.microsoft.com/office/drawing/2014/main" id="{889997C1-C855-F515-8301-C55ADEEB70F1}"/>
              </a:ext>
            </a:extLst>
          </p:cNvPr>
          <p:cNvPicPr>
            <a:picLocks noGrp="1" noChangeAspect="1"/>
          </p:cNvPicPr>
          <p:nvPr>
            <p:ph idx="13"/>
          </p:nvPr>
        </p:nvPicPr>
        <p:blipFill>
          <a:blip r:embed="rId2">
            <a:extLst>
              <a:ext uri="{28A0092B-C50C-407E-A947-70E740481C1C}">
                <a14:useLocalDpi xmlns:a14="http://schemas.microsoft.com/office/drawing/2010/main" val="0"/>
              </a:ext>
            </a:extLst>
          </a:blip>
          <a:stretch>
            <a:fillRect/>
          </a:stretch>
        </p:blipFill>
        <p:spPr>
          <a:xfrm>
            <a:off x="5679475" y="1035833"/>
            <a:ext cx="5257800" cy="2083459"/>
          </a:xfrm>
        </p:spPr>
      </p:pic>
      <p:sp>
        <p:nvSpPr>
          <p:cNvPr id="4" name="Title 3">
            <a:extLst>
              <a:ext uri="{FF2B5EF4-FFF2-40B4-BE49-F238E27FC236}">
                <a16:creationId xmlns:a16="http://schemas.microsoft.com/office/drawing/2014/main" id="{ED5985A1-90B3-67B0-6FA7-1B4B314B2094}"/>
              </a:ext>
            </a:extLst>
          </p:cNvPr>
          <p:cNvSpPr>
            <a:spLocks noGrp="1"/>
          </p:cNvSpPr>
          <p:nvPr>
            <p:ph type="title"/>
          </p:nvPr>
        </p:nvSpPr>
        <p:spPr>
          <a:xfrm>
            <a:off x="604732" y="361791"/>
            <a:ext cx="10982536" cy="781764"/>
          </a:xfrm>
        </p:spPr>
        <p:txBody>
          <a:bodyPr/>
          <a:lstStyle/>
          <a:p>
            <a:r>
              <a:rPr lang="en-US" sz="3800" dirty="0">
                <a:latin typeface="Times New Roman" panose="02020603050405020304" pitchFamily="18" charset="0"/>
                <a:cs typeface="Times New Roman" panose="02020603050405020304" pitchFamily="18" charset="0"/>
              </a:rPr>
              <a:t>Results: Evaluation of model on test data</a:t>
            </a:r>
          </a:p>
        </p:txBody>
      </p:sp>
      <p:sp>
        <p:nvSpPr>
          <p:cNvPr id="7" name="TextBox 6">
            <a:extLst>
              <a:ext uri="{FF2B5EF4-FFF2-40B4-BE49-F238E27FC236}">
                <a16:creationId xmlns:a16="http://schemas.microsoft.com/office/drawing/2014/main" id="{0CDE6E8E-A292-F581-F830-A2EB963B0B50}"/>
              </a:ext>
            </a:extLst>
          </p:cNvPr>
          <p:cNvSpPr txBox="1"/>
          <p:nvPr/>
        </p:nvSpPr>
        <p:spPr>
          <a:xfrm>
            <a:off x="5447434" y="3283484"/>
            <a:ext cx="5181601" cy="215444"/>
          </a:xfrm>
          <a:prstGeom prst="rect">
            <a:avLst/>
          </a:prstGeom>
          <a:noFill/>
        </p:spPr>
        <p:txBody>
          <a:bodyPr wrap="square">
            <a:spAutoFit/>
          </a:bodyPr>
          <a:lstStyle/>
          <a:p>
            <a:pPr marL="457200" marR="0" indent="457200">
              <a:spcAft>
                <a:spcPts val="1000"/>
              </a:spcAft>
              <a:buNone/>
            </a:pPr>
            <a:r>
              <a:rPr lang="en-US" sz="800" i="1" kern="100" dirty="0">
                <a:solidFill>
                  <a:srgbClr val="0E2841"/>
                </a:solidFill>
                <a:latin typeface="Times New Roman" panose="02020603050405020304" pitchFamily="18" charset="0"/>
                <a:ea typeface="Aptos" panose="020B0004020202020204" pitchFamily="34" charset="0"/>
                <a:cs typeface="Times New Roman" panose="02020603050405020304" pitchFamily="18" charset="0"/>
              </a:rPr>
              <a:t>Figure: </a:t>
            </a:r>
            <a:r>
              <a:rPr lang="en-US" sz="800" dirty="0">
                <a:latin typeface="Times New Roman" panose="02020603050405020304" pitchFamily="18" charset="0"/>
                <a:cs typeface="Times New Roman" panose="02020603050405020304" pitchFamily="18" charset="0"/>
              </a:rPr>
              <a:t>Result on test accuracy and on test loss after execution of test.py script</a:t>
            </a:r>
            <a:endParaRPr lang="en-US" sz="800" i="1" kern="100" dirty="0">
              <a:solidFill>
                <a:srgbClr val="0E2841"/>
              </a:solidFill>
              <a:effectLst/>
              <a:latin typeface="Times New Roman" panose="02020603050405020304" pitchFamily="18" charset="0"/>
              <a:ea typeface="Aptos" panose="020B0004020202020204" pitchFamily="34" charset="0"/>
              <a:cs typeface="Times New Roman" panose="02020603050405020304" pitchFamily="18" charset="0"/>
            </a:endParaRPr>
          </a:p>
        </p:txBody>
      </p:sp>
      <p:pic>
        <p:nvPicPr>
          <p:cNvPr id="9" name="Picture 8" descr="A screenshot of a computer game&#10;&#10;AI-generated content may be incorrect.">
            <a:extLst>
              <a:ext uri="{FF2B5EF4-FFF2-40B4-BE49-F238E27FC236}">
                <a16:creationId xmlns:a16="http://schemas.microsoft.com/office/drawing/2014/main" id="{5517D39C-10D0-1B04-10D7-1C694A101DE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89373" y="3498928"/>
            <a:ext cx="5822489" cy="2783247"/>
          </a:xfrm>
          <a:prstGeom prst="rect">
            <a:avLst/>
          </a:prstGeom>
        </p:spPr>
      </p:pic>
      <p:sp>
        <p:nvSpPr>
          <p:cNvPr id="10" name="TextBox 9">
            <a:extLst>
              <a:ext uri="{FF2B5EF4-FFF2-40B4-BE49-F238E27FC236}">
                <a16:creationId xmlns:a16="http://schemas.microsoft.com/office/drawing/2014/main" id="{11920C1A-A7D0-1F06-5EE0-65D75AE84EDD}"/>
              </a:ext>
            </a:extLst>
          </p:cNvPr>
          <p:cNvSpPr txBox="1"/>
          <p:nvPr/>
        </p:nvSpPr>
        <p:spPr>
          <a:xfrm>
            <a:off x="4945315" y="6326932"/>
            <a:ext cx="5536596" cy="338554"/>
          </a:xfrm>
          <a:prstGeom prst="rect">
            <a:avLst/>
          </a:prstGeom>
          <a:noFill/>
        </p:spPr>
        <p:txBody>
          <a:bodyPr wrap="square">
            <a:spAutoFit/>
          </a:bodyPr>
          <a:lstStyle/>
          <a:p>
            <a:pPr marL="457200" marR="0" indent="457200" algn="ctr">
              <a:spcAft>
                <a:spcPts val="1000"/>
              </a:spcAft>
              <a:buNone/>
            </a:pPr>
            <a:r>
              <a:rPr lang="en-US" sz="800" i="1" kern="100" dirty="0" err="1">
                <a:solidFill>
                  <a:srgbClr val="0E2841"/>
                </a:solidFill>
                <a:latin typeface="Times New Roman" panose="02020603050405020304" pitchFamily="18" charset="0"/>
                <a:ea typeface="Aptos" panose="020B0004020202020204" pitchFamily="34" charset="0"/>
                <a:cs typeface="Times New Roman" panose="02020603050405020304" pitchFamily="18" charset="0"/>
              </a:rPr>
              <a:t>Figure:</a:t>
            </a:r>
            <a:r>
              <a:rPr lang="en-US" sz="800" dirty="0" err="1"/>
              <a:t>Confusion</a:t>
            </a:r>
            <a:r>
              <a:rPr lang="en-US" sz="800" dirty="0"/>
              <a:t> matrix of test data indicating the no. of per-class correct and incorrect classifications</a:t>
            </a:r>
            <a:endParaRPr lang="en-US" sz="800" i="1" kern="100" dirty="0">
              <a:solidFill>
                <a:srgbClr val="0E2841"/>
              </a:solidFill>
              <a:effectLst/>
              <a:latin typeface="Times New Roman" panose="02020603050405020304" pitchFamily="18"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826305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p34"/>
          <p:cNvSpPr txBox="1">
            <a:spLocks noGrp="1"/>
          </p:cNvSpPr>
          <p:nvPr>
            <p:ph type="body" idx="1"/>
          </p:nvPr>
        </p:nvSpPr>
        <p:spPr>
          <a:xfrm>
            <a:off x="748145" y="1721708"/>
            <a:ext cx="5259300" cy="4213200"/>
          </a:xfrm>
          <a:prstGeom prst="rect">
            <a:avLst/>
          </a:prstGeom>
        </p:spPr>
        <p:txBody>
          <a:bodyPr spcFirstLastPara="1" wrap="square" lIns="0" tIns="45700" rIns="0" bIns="45700" anchor="t" anchorCtr="0">
            <a:noAutofit/>
          </a:bodyPr>
          <a:lstStyle/>
          <a:p>
            <a:pPr marL="0" lvl="0" indent="0" algn="l" rtl="0">
              <a:spcBef>
                <a:spcPts val="1000"/>
              </a:spcBef>
              <a:spcAft>
                <a:spcPts val="0"/>
              </a:spcAft>
              <a:buNone/>
            </a:pPr>
            <a:endParaRPr/>
          </a:p>
        </p:txBody>
      </p:sp>
      <p:sp>
        <p:nvSpPr>
          <p:cNvPr id="272" name="Google Shape;272;p34"/>
          <p:cNvSpPr txBox="1">
            <a:spLocks noGrp="1"/>
          </p:cNvSpPr>
          <p:nvPr>
            <p:ph type="title"/>
          </p:nvPr>
        </p:nvSpPr>
        <p:spPr>
          <a:xfrm>
            <a:off x="748145" y="552358"/>
            <a:ext cx="10982400" cy="781800"/>
          </a:xfrm>
          <a:prstGeom prst="rect">
            <a:avLst/>
          </a:prstGeom>
        </p:spPr>
        <p:txBody>
          <a:bodyPr spcFirstLastPara="1" wrap="square" lIns="0" tIns="0" rIns="91425" bIns="45700" anchor="t" anchorCtr="0">
            <a:noAutofit/>
          </a:bodyPr>
          <a:lstStyle/>
          <a:p>
            <a:pPr marL="0" lvl="0" indent="0" algn="l" rtl="0">
              <a:spcBef>
                <a:spcPts val="0"/>
              </a:spcBef>
              <a:spcAft>
                <a:spcPts val="0"/>
              </a:spcAft>
              <a:buNone/>
            </a:pPr>
            <a:r>
              <a:rPr lang="en-US" sz="3600" dirty="0"/>
              <a:t>Test Results: Classification Report</a:t>
            </a:r>
            <a:endParaRPr sz="3600" dirty="0"/>
          </a:p>
        </p:txBody>
      </p:sp>
      <p:pic>
        <p:nvPicPr>
          <p:cNvPr id="273" name="Google Shape;273;p34"/>
          <p:cNvPicPr preferRelativeResize="0"/>
          <p:nvPr/>
        </p:nvPicPr>
        <p:blipFill>
          <a:blip r:embed="rId3">
            <a:alphaModFix/>
          </a:blip>
          <a:stretch>
            <a:fillRect/>
          </a:stretch>
        </p:blipFill>
        <p:spPr>
          <a:xfrm>
            <a:off x="595513" y="1637550"/>
            <a:ext cx="6715125" cy="43815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8"/>
        <p:cNvGrpSpPr/>
        <p:nvPr/>
      </p:nvGrpSpPr>
      <p:grpSpPr>
        <a:xfrm>
          <a:off x="0" y="0"/>
          <a:ext cx="0" cy="0"/>
          <a:chOff x="0" y="0"/>
          <a:chExt cx="0" cy="0"/>
        </a:xfrm>
      </p:grpSpPr>
      <p:sp>
        <p:nvSpPr>
          <p:cNvPr id="279" name="Google Shape;279;p35"/>
          <p:cNvSpPr txBox="1">
            <a:spLocks noGrp="1"/>
          </p:cNvSpPr>
          <p:nvPr>
            <p:ph type="title"/>
          </p:nvPr>
        </p:nvSpPr>
        <p:spPr>
          <a:xfrm>
            <a:off x="762420" y="578408"/>
            <a:ext cx="10982400" cy="781800"/>
          </a:xfrm>
          <a:prstGeom prst="rect">
            <a:avLst/>
          </a:prstGeom>
        </p:spPr>
        <p:txBody>
          <a:bodyPr spcFirstLastPara="1" wrap="square" lIns="0" tIns="0" rIns="91425" bIns="45700" anchor="t" anchorCtr="0">
            <a:noAutofit/>
          </a:bodyPr>
          <a:lstStyle/>
          <a:p>
            <a:pPr marL="0" lvl="0" indent="0" algn="l" rtl="0">
              <a:spcBef>
                <a:spcPts val="0"/>
              </a:spcBef>
              <a:spcAft>
                <a:spcPts val="0"/>
              </a:spcAft>
              <a:buNone/>
            </a:pPr>
            <a:r>
              <a:rPr lang="en-US" sz="3600" dirty="0"/>
              <a:t>Test Results: ROC Curve </a:t>
            </a:r>
            <a:endParaRPr sz="3600" dirty="0"/>
          </a:p>
        </p:txBody>
      </p:sp>
      <p:pic>
        <p:nvPicPr>
          <p:cNvPr id="280" name="Google Shape;280;p35"/>
          <p:cNvPicPr preferRelativeResize="0"/>
          <p:nvPr/>
        </p:nvPicPr>
        <p:blipFill>
          <a:blip r:embed="rId3">
            <a:alphaModFix/>
          </a:blip>
          <a:stretch>
            <a:fillRect/>
          </a:stretch>
        </p:blipFill>
        <p:spPr>
          <a:xfrm>
            <a:off x="2762725" y="1360200"/>
            <a:ext cx="6501750" cy="49786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33BBF72-475C-583A-C8A5-F3D56DA8CADD}"/>
              </a:ext>
            </a:extLst>
          </p:cNvPr>
          <p:cNvSpPr>
            <a:spLocks noGrp="1"/>
          </p:cNvSpPr>
          <p:nvPr>
            <p:ph type="body" idx="1"/>
          </p:nvPr>
        </p:nvSpPr>
        <p:spPr/>
        <p:txBody>
          <a:bodyPr/>
          <a:lstStyle/>
          <a:p>
            <a:endParaRPr lang="en-US" dirty="0"/>
          </a:p>
        </p:txBody>
      </p:sp>
      <p:sp>
        <p:nvSpPr>
          <p:cNvPr id="3" name="Title 2">
            <a:extLst>
              <a:ext uri="{FF2B5EF4-FFF2-40B4-BE49-F238E27FC236}">
                <a16:creationId xmlns:a16="http://schemas.microsoft.com/office/drawing/2014/main" id="{419B3C3C-CDB5-4B88-B256-9B4CE9930D54}"/>
              </a:ext>
            </a:extLst>
          </p:cNvPr>
          <p:cNvSpPr>
            <a:spLocks noGrp="1"/>
          </p:cNvSpPr>
          <p:nvPr>
            <p:ph type="title"/>
          </p:nvPr>
        </p:nvSpPr>
        <p:spPr/>
        <p:txBody>
          <a:bodyPr/>
          <a:lstStyle/>
          <a:p>
            <a:r>
              <a:rPr lang="en-US" sz="3800" dirty="0">
                <a:latin typeface="Times New Roman" panose="02020603050405020304" pitchFamily="18" charset="0"/>
                <a:cs typeface="Times New Roman" panose="02020603050405020304" pitchFamily="18" charset="0"/>
              </a:rPr>
              <a:t>Predicted randomly selected  images:</a:t>
            </a:r>
          </a:p>
        </p:txBody>
      </p:sp>
      <p:pic>
        <p:nvPicPr>
          <p:cNvPr id="7" name="Picture 6">
            <a:extLst>
              <a:ext uri="{FF2B5EF4-FFF2-40B4-BE49-F238E27FC236}">
                <a16:creationId xmlns:a16="http://schemas.microsoft.com/office/drawing/2014/main" id="{13EEA1DE-558F-57A9-A6D0-367BBF75E011}"/>
              </a:ext>
            </a:extLst>
          </p:cNvPr>
          <p:cNvPicPr>
            <a:picLocks noChangeAspect="1"/>
          </p:cNvPicPr>
          <p:nvPr/>
        </p:nvPicPr>
        <p:blipFill>
          <a:blip r:embed="rId2"/>
          <a:stretch>
            <a:fillRect/>
          </a:stretch>
        </p:blipFill>
        <p:spPr>
          <a:xfrm>
            <a:off x="986356" y="1853045"/>
            <a:ext cx="3138696" cy="3890214"/>
          </a:xfrm>
          <a:prstGeom prst="rect">
            <a:avLst/>
          </a:prstGeom>
        </p:spPr>
      </p:pic>
      <p:pic>
        <p:nvPicPr>
          <p:cNvPr id="11" name="Picture 10">
            <a:extLst>
              <a:ext uri="{FF2B5EF4-FFF2-40B4-BE49-F238E27FC236}">
                <a16:creationId xmlns:a16="http://schemas.microsoft.com/office/drawing/2014/main" id="{21D9DDD3-D484-F9B6-E5F2-80F1FC8BDF49}"/>
              </a:ext>
            </a:extLst>
          </p:cNvPr>
          <p:cNvPicPr>
            <a:picLocks noChangeAspect="1"/>
          </p:cNvPicPr>
          <p:nvPr/>
        </p:nvPicPr>
        <p:blipFill>
          <a:blip r:embed="rId3"/>
          <a:stretch>
            <a:fillRect/>
          </a:stretch>
        </p:blipFill>
        <p:spPr>
          <a:xfrm>
            <a:off x="7650116" y="1913390"/>
            <a:ext cx="3793739" cy="3829869"/>
          </a:xfrm>
          <a:prstGeom prst="rect">
            <a:avLst/>
          </a:prstGeom>
        </p:spPr>
      </p:pic>
      <p:pic>
        <p:nvPicPr>
          <p:cNvPr id="13" name="Picture 12">
            <a:extLst>
              <a:ext uri="{FF2B5EF4-FFF2-40B4-BE49-F238E27FC236}">
                <a16:creationId xmlns:a16="http://schemas.microsoft.com/office/drawing/2014/main" id="{0367DF55-912A-F93C-7DEA-06EBA7E6007A}"/>
              </a:ext>
            </a:extLst>
          </p:cNvPr>
          <p:cNvPicPr>
            <a:picLocks noChangeAspect="1"/>
          </p:cNvPicPr>
          <p:nvPr/>
        </p:nvPicPr>
        <p:blipFill>
          <a:blip r:embed="rId4"/>
          <a:stretch>
            <a:fillRect/>
          </a:stretch>
        </p:blipFill>
        <p:spPr>
          <a:xfrm>
            <a:off x="4125052" y="1913390"/>
            <a:ext cx="3402894" cy="3829869"/>
          </a:xfrm>
          <a:prstGeom prst="rect">
            <a:avLst/>
          </a:prstGeom>
        </p:spPr>
      </p:pic>
    </p:spTree>
    <p:extLst>
      <p:ext uri="{BB962C8B-B14F-4D97-AF65-F5344CB8AC3E}">
        <p14:creationId xmlns:p14="http://schemas.microsoft.com/office/powerpoint/2010/main" val="25849724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38"/>
          <p:cNvSpPr txBox="1">
            <a:spLocks noGrp="1"/>
          </p:cNvSpPr>
          <p:nvPr>
            <p:ph type="body" idx="1"/>
          </p:nvPr>
        </p:nvSpPr>
        <p:spPr>
          <a:xfrm>
            <a:off x="787050" y="792400"/>
            <a:ext cx="10964100" cy="5045100"/>
          </a:xfrm>
          <a:prstGeom prst="rect">
            <a:avLst/>
          </a:prstGeom>
        </p:spPr>
        <p:txBody>
          <a:bodyPr spcFirstLastPara="1" wrap="square" lIns="0" tIns="45700" rIns="0" bIns="45700" anchor="t" anchorCtr="0">
            <a:noAutofit/>
          </a:bodyPr>
          <a:lstStyle/>
          <a:p>
            <a:pPr marL="0" lvl="0" indent="0" algn="l" rtl="0">
              <a:spcBef>
                <a:spcPts val="1000"/>
              </a:spcBef>
              <a:spcAft>
                <a:spcPts val="0"/>
              </a:spcAft>
              <a:buNone/>
            </a:pPr>
            <a:endParaRPr sz="3600" b="1">
              <a:solidFill>
                <a:schemeClr val="dk2"/>
              </a:solidFill>
            </a:endParaRPr>
          </a:p>
          <a:p>
            <a:pPr marL="0" lvl="0" indent="0" algn="l" rtl="0">
              <a:spcBef>
                <a:spcPts val="1000"/>
              </a:spcBef>
              <a:spcAft>
                <a:spcPts val="0"/>
              </a:spcAft>
              <a:buNone/>
            </a:pPr>
            <a:endParaRPr sz="3600" b="1">
              <a:solidFill>
                <a:schemeClr val="dk2"/>
              </a:solidFill>
            </a:endParaRPr>
          </a:p>
          <a:p>
            <a:pPr marL="0" lvl="0" indent="0" algn="l" rtl="0">
              <a:spcBef>
                <a:spcPts val="1000"/>
              </a:spcBef>
              <a:spcAft>
                <a:spcPts val="0"/>
              </a:spcAft>
              <a:buNone/>
            </a:pPr>
            <a:r>
              <a:rPr lang="en-US" sz="3600" b="1">
                <a:solidFill>
                  <a:schemeClr val="dk2"/>
                </a:solidFill>
              </a:rPr>
              <a:t>  </a:t>
            </a:r>
            <a:endParaRPr sz="3600" b="1">
              <a:solidFill>
                <a:schemeClr val="dk2"/>
              </a:solidFill>
            </a:endParaRPr>
          </a:p>
          <a:p>
            <a:pPr marL="0" lvl="0" indent="0" algn="l" rtl="0">
              <a:spcBef>
                <a:spcPts val="1000"/>
              </a:spcBef>
              <a:spcAft>
                <a:spcPts val="0"/>
              </a:spcAft>
              <a:buNone/>
            </a:pPr>
            <a:r>
              <a:rPr lang="en-US" sz="3600" b="1">
                <a:solidFill>
                  <a:schemeClr val="dk2"/>
                </a:solidFill>
              </a:rPr>
              <a:t>                                    Thank you!</a:t>
            </a:r>
            <a:endParaRPr/>
          </a:p>
        </p:txBody>
      </p:sp>
    </p:spTree>
  </p:cSld>
  <p:clrMapOvr>
    <a:masterClrMapping/>
  </p:clrMapOvr>
</p:sld>
</file>

<file path=ppt/theme/theme1.xml><?xml version="1.0" encoding="utf-8"?>
<a:theme xmlns:a="http://schemas.openxmlformats.org/drawingml/2006/main" name="Office">
  <a:themeElements>
    <a:clrScheme name="TUBAF">
      <a:dk1>
        <a:srgbClr val="000000"/>
      </a:dk1>
      <a:lt1>
        <a:srgbClr val="FFFFFF"/>
      </a:lt1>
      <a:dk2>
        <a:srgbClr val="004A7D"/>
      </a:dk2>
      <a:lt2>
        <a:srgbClr val="F2F2F2"/>
      </a:lt2>
      <a:accent1>
        <a:srgbClr val="8B7530"/>
      </a:accent1>
      <a:accent2>
        <a:srgbClr val="007B99"/>
      </a:accent2>
      <a:accent3>
        <a:srgbClr val="B71E3F"/>
      </a:accent3>
      <a:accent4>
        <a:srgbClr val="15882E"/>
      </a:accent4>
      <a:accent5>
        <a:srgbClr val="F39433"/>
      </a:accent5>
      <a:accent6>
        <a:srgbClr val="86CCD2"/>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2837</Words>
  <Application>Microsoft Office PowerPoint</Application>
  <PresentationFormat>Widescreen</PresentationFormat>
  <Paragraphs>257</Paragraphs>
  <Slides>20</Slides>
  <Notes>18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Calibri</vt:lpstr>
      <vt:lpstr>Noto Sans Symbols</vt:lpstr>
      <vt:lpstr>Times New Roman</vt:lpstr>
      <vt:lpstr>Wingdings</vt:lpstr>
      <vt:lpstr>Office</vt:lpstr>
      <vt:lpstr>Scientific Computing Project </vt:lpstr>
      <vt:lpstr>Captured Dataset</vt:lpstr>
      <vt:lpstr>Preprocessing: Preparation of Augmented Dataset</vt:lpstr>
      <vt:lpstr> Preprocessing: Dataset </vt:lpstr>
      <vt:lpstr> Preprocessing: Computed Statistics of Augmented Dataset</vt:lpstr>
      <vt:lpstr>Construction of simple convolutional layer</vt:lpstr>
      <vt:lpstr>Idea of Residual Neural Network-50</vt:lpstr>
      <vt:lpstr>Construction of Bottleneck Block-Building blocks</vt:lpstr>
      <vt:lpstr>Construction of residual layers in ResNet-50</vt:lpstr>
      <vt:lpstr>Workflow of Resnet-50</vt:lpstr>
      <vt:lpstr>Training of ResNet-50 CNN on Image database</vt:lpstr>
      <vt:lpstr>Critical decisions during training for confident predictions</vt:lpstr>
      <vt:lpstr>PowerPoint Presentation</vt:lpstr>
      <vt:lpstr>PowerPoint Presentation</vt:lpstr>
      <vt:lpstr>Results: Training the model on entire training data</vt:lpstr>
      <vt:lpstr>Results: Evaluation of model on test data</vt:lpstr>
      <vt:lpstr>Test Results: Classification Report</vt:lpstr>
      <vt:lpstr>Test Results: ROC Curve </vt:lpstr>
      <vt:lpstr>Predicted randomly selected  images: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sai yedduri</dc:creator>
  <cp:lastModifiedBy>5a64d572, ecacfc2c</cp:lastModifiedBy>
  <cp:revision>13</cp:revision>
  <dcterms:modified xsi:type="dcterms:W3CDTF">2025-05-27T16:36:42Z</dcterms:modified>
</cp:coreProperties>
</file>